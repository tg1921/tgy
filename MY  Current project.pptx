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84" r:id="rId1"/>
  </p:sldMasterIdLst>
  <p:notesMasterIdLst>
    <p:notesMasterId r:id="rId2"/>
  </p:notesMasterIdLst>
  <p:sldIdLst>
    <p:sldId id="334" r:id="rId3"/>
    <p:sldId id="336" r:id="rId4"/>
    <p:sldId id="337" r:id="rId5"/>
    <p:sldId id="338" r:id="rId6"/>
    <p:sldId id="339" r:id="rId7"/>
    <p:sldId id="340" r:id="rId8"/>
    <p:sldId id="341" r:id="rId9"/>
    <p:sldId id="342" r:id="rId10"/>
    <p:sldId id="343" r:id="rId11"/>
    <p:sldId id="344" r:id="rId12"/>
    <p:sldId id="345" r:id="rId13"/>
    <p:sldId id="346" r:id="rId14"/>
    <p:sldId id="347" r:id="rId15"/>
    <p:sldId id="348" r:id="rId16"/>
    <p:sldId id="349" r:id="rId17"/>
    <p:sldId id="350" r:id="rId18"/>
    <p:sldId id="351" r:id="rId19"/>
    <p:sldId id="352" r:id="rId20"/>
    <p:sldId id="353" r:id="rId21"/>
    <p:sldId id="354" r:id="rId22"/>
    <p:sldId id="355" r:id="rId23"/>
    <p:sldId id="356" r:id="rId24"/>
    <p:sldId id="357" r:id="rId25"/>
    <p:sldId id="358" r:id="rId26"/>
    <p:sldId id="359" r:id="rId27"/>
    <p:sldId id="360" r:id="rId28"/>
    <p:sldId id="361" r:id="rId29"/>
    <p:sldId id="362" r:id="rId30"/>
    <p:sldId id="363" r:id="rId31"/>
    <p:sldId id="364" r:id="rId32"/>
    <p:sldId id="365" r:id="rId33"/>
    <p:sldId id="366" r:id="rId34"/>
    <p:sldId id="367" r:id="rId35"/>
    <p:sldId id="368" r:id="rId36"/>
    <p:sldId id="369" r:id="rId37"/>
    <p:sldId id="370" r:id="rId38"/>
    <p:sldId id="371" r:id="rId39"/>
    <p:sldId id="372" r:id="rId40"/>
    <p:sldId id="373" r:id="rId41"/>
    <p:sldId id="374" r:id="rId42"/>
    <p:sldId id="375" r:id="rId43"/>
    <p:sldId id="376" r:id="rId44"/>
  </p:sldIdLst>
  <p:sldSz type="screen4x3" cy="6858000" cx="9144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clrMru>
    <a:srgbClr val="16DA97"/>
  </p:clrMru>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94660"/>
  </p:normalViewPr>
  <p:slideViewPr>
    <p:cSldViewPr showGuides="1">
      <p:cViewPr>
        <p:scale>
          <a:sx n="66" d="100"/>
          <a:sy n="66" d="100"/>
        </p:scale>
        <p:origin x="-1506" y="-13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tableStyles" Target="tableStyles.xml"/><Relationship Id="rId46" Type="http://schemas.openxmlformats.org/officeDocument/2006/relationships/presProps" Target="presProps.xml"/><Relationship Id="rId4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p:bgPr>
    </p:bg>
    <p:spTree>
      <p:nvGrpSpPr>
        <p:cNvPr id="111" name=""/>
        <p:cNvGrpSpPr/>
        <p:nvPr/>
      </p:nvGrpSpPr>
      <p:grpSpPr>
        <a:xfrm>
          <a:off x="0" y="0"/>
          <a:ext cx="0" cy="0"/>
          <a:chOff x="0" y="0"/>
          <a:chExt cx="0" cy="0"/>
        </a:xfrm>
      </p:grpSpPr>
      <p:sp>
        <p:nvSpPr>
          <p:cNvPr id="1048686" name="Rectangle 2"/>
          <p:cNvSpPr>
            <a:spLocks noGrp="1" noChangeArrowheads="1"/>
          </p:cNvSpPr>
          <p:nvPr>
            <p:ph type="hdr" sz="quarter"/>
          </p:nvPr>
        </p:nvSpPr>
        <p:spPr bwMode="auto">
          <a:xfrm>
            <a:off x="2" y="1"/>
            <a:ext cx="3076575" cy="512763"/>
          </a:xfrm>
          <a:prstGeom prst="rect"/>
          <a:noFill/>
          <a:ln w="9525">
            <a:noFill/>
            <a:miter lim="800000"/>
          </a:ln>
          <a:effectLst/>
        </p:spPr>
        <p:txBody>
          <a:bodyPr anchor="t" anchorCtr="0" bIns="45745" compatLnSpc="1" lIns="91492" numCol="1" rIns="91492" tIns="45745" vert="horz" wrap="square"/>
          <a:lstStyle>
            <a:lvl1pPr algn="l">
              <a:defRPr sz="1100"/>
            </a:lvl1pPr>
          </a:lstStyle>
          <a:p>
            <a:endParaRPr lang="en-US"/>
          </a:p>
        </p:txBody>
      </p:sp>
      <p:sp>
        <p:nvSpPr>
          <p:cNvPr id="1048687" name="Rectangle 3"/>
          <p:cNvSpPr>
            <a:spLocks noGrp="1" noChangeArrowheads="1"/>
          </p:cNvSpPr>
          <p:nvPr>
            <p:ph type="dt" idx="1"/>
          </p:nvPr>
        </p:nvSpPr>
        <p:spPr bwMode="auto">
          <a:xfrm>
            <a:off x="4021139" y="1"/>
            <a:ext cx="3076575" cy="512763"/>
          </a:xfrm>
          <a:prstGeom prst="rect"/>
          <a:noFill/>
          <a:ln w="9525">
            <a:noFill/>
            <a:miter lim="800000"/>
          </a:ln>
          <a:effectLst/>
        </p:spPr>
        <p:txBody>
          <a:bodyPr anchor="t" anchorCtr="0" bIns="45745" compatLnSpc="1" lIns="91492" numCol="1" rIns="91492" tIns="45745" vert="horz" wrap="square"/>
          <a:lstStyle>
            <a:lvl1pPr algn="r">
              <a:defRPr sz="1100"/>
            </a:lvl1pPr>
          </a:lstStyle>
          <a:p>
            <a:endParaRPr lang="en-US"/>
          </a:p>
        </p:txBody>
      </p:sp>
      <p:sp>
        <p:nvSpPr>
          <p:cNvPr id="1048688"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ln>
          <a:effectLst/>
        </p:spPr>
      </p:sp>
      <p:sp>
        <p:nvSpPr>
          <p:cNvPr id="1048689" name="Rectangle 5"/>
          <p:cNvSpPr>
            <a:spLocks noGrp="1" noChangeArrowheads="1"/>
          </p:cNvSpPr>
          <p:nvPr>
            <p:ph type="body" sz="quarter" idx="3"/>
          </p:nvPr>
        </p:nvSpPr>
        <p:spPr bwMode="auto">
          <a:xfrm>
            <a:off x="709614" y="4862514"/>
            <a:ext cx="5680075" cy="4605337"/>
          </a:xfrm>
          <a:prstGeom prst="rect"/>
          <a:noFill/>
          <a:ln w="9525">
            <a:noFill/>
            <a:miter lim="800000"/>
          </a:ln>
          <a:effectLst/>
        </p:spPr>
        <p:txBody>
          <a:bodyPr anchor="t" anchorCtr="0" bIns="45745" compatLnSpc="1" lIns="91492" numCol="1" rIns="91492" tIns="45745" vert="horz" wrap="squar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
        <p:nvSpPr>
          <p:cNvPr id="1048690" name="Rectangle 6"/>
          <p:cNvSpPr>
            <a:spLocks noGrp="1" noChangeArrowheads="1"/>
          </p:cNvSpPr>
          <p:nvPr>
            <p:ph type="ftr" sz="quarter" idx="4"/>
          </p:nvPr>
        </p:nvSpPr>
        <p:spPr bwMode="auto">
          <a:xfrm>
            <a:off x="2" y="9720264"/>
            <a:ext cx="3076575" cy="512762"/>
          </a:xfrm>
          <a:prstGeom prst="rect"/>
          <a:noFill/>
          <a:ln w="9525">
            <a:noFill/>
            <a:miter lim="800000"/>
          </a:ln>
          <a:effectLst/>
        </p:spPr>
        <p:txBody>
          <a:bodyPr anchor="b" anchorCtr="0" bIns="45745" compatLnSpc="1" lIns="91492" numCol="1" rIns="91492" tIns="45745" vert="horz" wrap="square"/>
          <a:lstStyle>
            <a:lvl1pPr algn="l">
              <a:defRPr sz="1100"/>
            </a:lvl1pPr>
          </a:lstStyle>
          <a:p>
            <a:endParaRPr lang="en-US"/>
          </a:p>
        </p:txBody>
      </p:sp>
      <p:sp>
        <p:nvSpPr>
          <p:cNvPr id="1048691" name="Rectangle 7"/>
          <p:cNvSpPr>
            <a:spLocks noGrp="1" noChangeArrowheads="1"/>
          </p:cNvSpPr>
          <p:nvPr>
            <p:ph type="sldNum" sz="quarter" idx="5"/>
          </p:nvPr>
        </p:nvSpPr>
        <p:spPr bwMode="auto">
          <a:xfrm>
            <a:off x="4021139" y="9720264"/>
            <a:ext cx="3076575" cy="512762"/>
          </a:xfrm>
          <a:prstGeom prst="rect"/>
          <a:noFill/>
          <a:ln w="9525">
            <a:noFill/>
            <a:miter lim="800000"/>
          </a:ln>
          <a:effectLst/>
        </p:spPr>
        <p:txBody>
          <a:bodyPr anchor="b" anchorCtr="0" bIns="45745" compatLnSpc="1" lIns="91492" numCol="1" rIns="91492" tIns="45745" vert="horz" wrap="square"/>
          <a:lstStyle>
            <a:lvl1pPr algn="r">
              <a:defRPr sz="1100"/>
            </a:lvl1pPr>
          </a:lstStyle>
          <a:p>
            <a:fld id="{A9A0EA98-5831-4853-B862-C702E6EB345C}" type="slidenum">
              <a:rPr lang="en-US"/>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panose="020B0604020202020204" pitchFamily="34" charset="0"/>
        <a:ea typeface="+mn-ea"/>
        <a:cs typeface="+mn-cs"/>
      </a:defRPr>
    </a:lvl1pPr>
    <a:lvl2pPr algn="l" fontAlgn="base" marL="457200" rtl="0">
      <a:spcBef>
        <a:spcPct val="30000"/>
      </a:spcBef>
      <a:spcAft>
        <a:spcPct val="0"/>
      </a:spcAft>
      <a:defRPr sz="1200" kern="1200">
        <a:solidFill>
          <a:schemeClr val="tx1"/>
        </a:solidFill>
        <a:latin typeface="Arial" panose="020B0604020202020204" pitchFamily="34" charset="0"/>
        <a:ea typeface="+mn-ea"/>
        <a:cs typeface="+mn-cs"/>
      </a:defRPr>
    </a:lvl2pPr>
    <a:lvl3pPr algn="l" fontAlgn="base" marL="914400" rtl="0">
      <a:spcBef>
        <a:spcPct val="30000"/>
      </a:spcBef>
      <a:spcAft>
        <a:spcPct val="0"/>
      </a:spcAft>
      <a:defRPr sz="1200" kern="1200">
        <a:solidFill>
          <a:schemeClr val="tx1"/>
        </a:solidFill>
        <a:latin typeface="Arial" panose="020B0604020202020204" pitchFamily="34" charset="0"/>
        <a:ea typeface="+mn-ea"/>
        <a:cs typeface="+mn-cs"/>
      </a:defRPr>
    </a:lvl3pPr>
    <a:lvl4pPr algn="l" fontAlgn="base" marL="1371600" rtl="0">
      <a:spcBef>
        <a:spcPct val="30000"/>
      </a:spcBef>
      <a:spcAft>
        <a:spcPct val="0"/>
      </a:spcAft>
      <a:defRPr sz="1200" kern="1200">
        <a:solidFill>
          <a:schemeClr val="tx1"/>
        </a:solidFill>
        <a:latin typeface="Arial" panose="020B0604020202020204" pitchFamily="34" charset="0"/>
        <a:ea typeface="+mn-ea"/>
        <a:cs typeface="+mn-cs"/>
      </a:defRPr>
    </a:lvl4pPr>
    <a:lvl5pPr algn="l" fontAlgn="base" marL="1828800" rtl="0">
      <a:spcBef>
        <a:spcPct val="30000"/>
      </a:spcBef>
      <a:spcAft>
        <a:spcPct val="0"/>
      </a:spcAft>
      <a:defRPr sz="1200" kern="1200">
        <a:solidFill>
          <a:schemeClr val="tx1"/>
        </a:solidFill>
        <a:latin typeface="Arial" panose="020B0604020202020204" pitchFamily="34"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type="title">
  <p:cSld name="Title Slide">
    <p:bg>
      <p:bgPr>
        <a:solidFill>
          <a:schemeClr val="bg1"/>
        </a:solidFill>
      </p:bgPr>
    </p:bg>
    <p:spTree>
      <p:nvGrpSpPr>
        <p:cNvPr id="24" name=""/>
        <p:cNvGrpSpPr/>
        <p:nvPr/>
      </p:nvGrpSpPr>
      <p:grpSpPr>
        <a:xfrm>
          <a:off x="0" y="0"/>
          <a:ext cx="0" cy="0"/>
          <a:chOff x="0" y="0"/>
          <a:chExt cx="0" cy="0"/>
        </a:xfrm>
      </p:grpSpPr>
      <p:pic>
        <p:nvPicPr>
          <p:cNvPr id="2097153" name="Picture 2"/>
          <p:cNvPicPr>
            <a:picLocks noChangeAspect="1"/>
          </p:cNvPicPr>
          <p:nvPr/>
        </p:nvPicPr>
        <p:blipFill>
          <a:blip xmlns:r="http://schemas.openxmlformats.org/officeDocument/2006/relationships" r:embed="rId1"/>
          <a:stretch>
            <a:fillRect/>
          </a:stretch>
        </p:blipFill>
        <p:spPr>
          <a:xfrm>
            <a:off x="0" y="0"/>
            <a:ext cx="9144000" cy="6858000"/>
          </a:xfrm>
          <a:prstGeom prst="rect"/>
          <a:noFill/>
          <a:ln w="9525">
            <a:noFill/>
          </a:ln>
        </p:spPr>
      </p:pic>
      <p:sp>
        <p:nvSpPr>
          <p:cNvPr id="1048581" name="Rectangle 3"/>
          <p:cNvSpPr>
            <a:spLocks noGrp="1" noChangeArrowheads="1"/>
          </p:cNvSpPr>
          <p:nvPr>
            <p:ph type="ctrTitle"/>
          </p:nvPr>
        </p:nvSpPr>
        <p:spPr>
          <a:xfrm>
            <a:off x="1547813" y="1701800"/>
            <a:ext cx="6908800" cy="1082675"/>
          </a:xfrm>
        </p:spPr>
        <p:txBody>
          <a:bodyPr/>
          <a:lstStyle>
            <a:lvl1pPr algn="r"/>
          </a:lstStyle>
          <a:p>
            <a:pPr lvl="0"/>
            <a:r>
              <a:rPr altLang="zh-CN" lang="en-US" noProof="0" smtClean="0"/>
              <a:t>Click to edit Master title style</a:t>
            </a:r>
            <a:endParaRPr altLang="zh-CN" lang="en-US" noProof="0" smtClean="0"/>
          </a:p>
        </p:txBody>
      </p:sp>
      <p:sp>
        <p:nvSpPr>
          <p:cNvPr id="1048582" name="Rectangle 4"/>
          <p:cNvSpPr>
            <a:spLocks noGrp="1" noChangeArrowheads="1"/>
          </p:cNvSpPr>
          <p:nvPr>
            <p:ph type="subTitle" idx="1"/>
          </p:nvPr>
        </p:nvSpPr>
        <p:spPr>
          <a:xfrm>
            <a:off x="1547813" y="2927350"/>
            <a:ext cx="6913562" cy="1752600"/>
          </a:xfrm>
        </p:spPr>
        <p:txBody>
          <a:bodyPr/>
          <a:lstStyle>
            <a:lvl1pPr algn="r" indent="0" marL="0">
              <a:buFontTx/>
              <a:buNone/>
            </a:lvl1pPr>
          </a:lstStyle>
          <a:p>
            <a:pPr lvl="0"/>
            <a:r>
              <a:rPr altLang="zh-CN" lang="en-US" noProof="0" smtClean="0"/>
              <a:t>Click to edit Master subtitle style</a:t>
            </a:r>
            <a:endParaRPr altLang="zh-CN" lang="en-US" noProof="0" smtClean="0"/>
          </a:p>
        </p:txBody>
      </p:sp>
      <p:sp>
        <p:nvSpPr>
          <p:cNvPr id="1048583" name="Rectangle 5"/>
          <p:cNvSpPr>
            <a:spLocks noGrp="1" noChangeArrowheads="1"/>
          </p:cNvSpPr>
          <p:nvPr>
            <p:ph type="dt" sz="half" idx="2"/>
          </p:nvPr>
        </p:nvSpPr>
        <p:spPr bwMode="auto">
          <a:xfrm>
            <a:off x="457200" y="6245225"/>
            <a:ext cx="2133600" cy="476250"/>
          </a:xfrm>
          <a:prstGeom prst="rect"/>
          <a:noFill/>
        </p:spPr>
        <p:txBody>
          <a:bodyPr anchor="t" anchorCtr="0" bIns="45720" compatLnSpc="1" lIns="91440" numCol="1" rIns="91440" tIns="45720" vert="horz" wrap="square"/>
          <a:p>
            <a:fld id="{E77F8A73-8160-40E6-9BDF-D059443BDABB}" type="datetimeFigureOut">
              <a:rPr lang="en-US" smtClean="0"/>
            </a:fld>
            <a:endParaRPr lang="en-US"/>
          </a:p>
        </p:txBody>
      </p:sp>
      <p:sp>
        <p:nvSpPr>
          <p:cNvPr id="1048584" name="Rectangle 6"/>
          <p:cNvSpPr>
            <a:spLocks noGrp="1" noChangeArrowheads="1"/>
          </p:cNvSpPr>
          <p:nvPr>
            <p:ph type="ftr" sz="quarter" idx="3"/>
          </p:nvPr>
        </p:nvSpPr>
        <p:spPr bwMode="auto">
          <a:xfrm>
            <a:off x="3124200" y="6245225"/>
            <a:ext cx="2895600" cy="476250"/>
          </a:xfrm>
          <a:prstGeom prst="rect"/>
          <a:noFill/>
        </p:spPr>
        <p:txBody>
          <a:bodyPr anchor="t" anchorCtr="0" bIns="45720" compatLnSpc="1" lIns="91440" numCol="1" rIns="91440" tIns="45720" vert="horz" wrap="square"/>
          <a:p>
            <a:endParaRPr lang="en-US"/>
          </a:p>
        </p:txBody>
      </p:sp>
      <p:sp>
        <p:nvSpPr>
          <p:cNvPr id="1048585" name="Rectangle 7"/>
          <p:cNvSpPr>
            <a:spLocks noGrp="1" noChangeArrowheads="1"/>
          </p:cNvSpPr>
          <p:nvPr>
            <p:ph type="sldNum" sz="quarter" idx="4"/>
          </p:nvPr>
        </p:nvSpPr>
        <p:spPr bwMode="auto">
          <a:xfrm>
            <a:off x="6553200" y="6245225"/>
            <a:ext cx="2133600" cy="476250"/>
          </a:xfrm>
          <a:prstGeom prst="rect"/>
          <a:noFill/>
        </p:spPr>
        <p:txBody>
          <a:bodyPr anchor="t" anchorCtr="0" bIns="45720" compatLnSpc="1" lIns="91440" numCol="1" rIns="91440" tIns="45720" vert="horz" wrap="square"/>
          <a:p>
            <a:fld id="{1981A30D-AACC-4DAB-B31A-CB6F2C10BE12}" type="slidenum">
              <a:rPr lang="en-US" smtClean="0"/>
            </a:fld>
            <a:endParaRPr lang="en-US"/>
          </a:p>
        </p:txBody>
      </p:sp>
    </p:spTree>
  </p:cSld>
  <p:clrMapOvr>
    <a:masterClrMapping/>
  </p:clrMapOvr>
  <p:hf dt="0" ftr="0" hdr="0" sldNum="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59" name=""/>
        <p:cNvGrpSpPr/>
        <p:nvPr/>
      </p:nvGrpSpPr>
      <p:grpSpPr>
        <a:xfrm>
          <a:off x="0" y="0"/>
          <a:ext cx="0" cy="0"/>
          <a:chOff x="0" y="0"/>
          <a:chExt cx="0" cy="0"/>
        </a:xfrm>
      </p:grpSpPr>
      <p:sp>
        <p:nvSpPr>
          <p:cNvPr id="1048587" name="Title 1"/>
          <p:cNvSpPr>
            <a:spLocks noGrp="1"/>
          </p:cNvSpPr>
          <p:nvPr>
            <p:ph type="title"/>
          </p:nvPr>
        </p:nvSpPr>
        <p:spPr/>
        <p:txBody>
          <a:bodyPr/>
          <a:p>
            <a:r>
              <a:rPr lang="en-US" smtClean="0"/>
              <a:t>Click to edit Master title style</a:t>
            </a:r>
            <a:endParaRPr lang="en-US"/>
          </a:p>
        </p:txBody>
      </p:sp>
      <p:sp>
        <p:nvSpPr>
          <p:cNvPr id="1048588" name="Content Placeholder 2"/>
          <p:cNvSpPr>
            <a:spLocks noGrp="1"/>
          </p:cNvSpPr>
          <p:nvPr>
            <p:ph idx="1"/>
          </p:nvPr>
        </p:nvSpPr>
        <p:spPr/>
        <p:txBody>
          <a:bodyPr/>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589" name="Date Placeholder 3"/>
          <p:cNvSpPr>
            <a:spLocks noGrp="1"/>
          </p:cNvSpPr>
          <p:nvPr>
            <p:ph type="dt" sz="half" idx="10"/>
          </p:nvPr>
        </p:nvSpPr>
        <p:spPr/>
        <p:txBody>
          <a:bodyPr/>
          <a:p>
            <a:fld id="{E77F8A73-8160-40E6-9BDF-D059443BDABB}" type="datetimeFigureOut">
              <a:rPr lang="en-US" smtClean="0"/>
            </a:fld>
            <a:endParaRPr lang="en-US"/>
          </a:p>
        </p:txBody>
      </p:sp>
      <p:sp>
        <p:nvSpPr>
          <p:cNvPr id="1048590" name="Footer Placeholder 4"/>
          <p:cNvSpPr>
            <a:spLocks noGrp="1"/>
          </p:cNvSpPr>
          <p:nvPr>
            <p:ph type="ftr" sz="quarter" idx="11"/>
          </p:nvPr>
        </p:nvSpPr>
        <p:spPr/>
        <p:txBody>
          <a:bodyPr/>
          <a:p>
            <a:endParaRPr lang="en-US"/>
          </a:p>
        </p:txBody>
      </p:sp>
      <p:sp>
        <p:nvSpPr>
          <p:cNvPr id="1048591" name="Slide Number Placeholder 5"/>
          <p:cNvSpPr>
            <a:spLocks noGrp="1"/>
          </p:cNvSpPr>
          <p:nvPr>
            <p:ph type="sldNum" sz="quarter" idx="12"/>
          </p:nvPr>
        </p:nvSpPr>
        <p:spPr/>
        <p:txBody>
          <a:bodyPr/>
          <a:p>
            <a:fld id="{1981A30D-AACC-4DAB-B31A-CB6F2C10BE12}" type="slidenum">
              <a:rPr lang="en-US" smtClean="0"/>
            </a:fld>
            <a:endParaRPr lang="en-US"/>
          </a:p>
        </p:txBody>
      </p:sp>
    </p:spTree>
  </p:cSld>
  <p:clrMapOvr>
    <a:masterClrMapping/>
  </p:clrMapOvr>
  <p:hf dt="0" ftr="0" hdr="0" sldNum="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06" name=""/>
        <p:cNvGrpSpPr/>
        <p:nvPr/>
      </p:nvGrpSpPr>
      <p:grpSpPr>
        <a:xfrm>
          <a:off x="0" y="0"/>
          <a:ext cx="0" cy="0"/>
          <a:chOff x="0" y="0"/>
          <a:chExt cx="0" cy="0"/>
        </a:xfrm>
      </p:grpSpPr>
      <p:sp>
        <p:nvSpPr>
          <p:cNvPr id="1048658"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1048659" name="Text Placeholder 2"/>
          <p:cNvSpPr>
            <a:spLocks noGrp="1"/>
          </p:cNvSpPr>
          <p:nvPr>
            <p:ph type="body" idx="1"/>
          </p:nvPr>
        </p:nvSpPr>
        <p:spPr>
          <a:xfrm>
            <a:off x="623888" y="4589463"/>
            <a:ext cx="7886700" cy="1500187"/>
          </a:xfrm>
        </p:spPr>
        <p:txBody>
          <a:bodyPr/>
          <a:lstStyle>
            <a:lvl1pPr indent="0" marL="0">
              <a:buNone/>
              <a:defRPr sz="2400"/>
            </a:lvl1pPr>
            <a:lvl2pPr indent="0" marL="457200">
              <a:buNone/>
              <a:defRPr sz="2000"/>
            </a:lvl2pPr>
            <a:lvl3pPr indent="0" marL="914400">
              <a:buNone/>
              <a:defRPr sz="1800"/>
            </a:lvl3pPr>
            <a:lvl4pPr indent="0" marL="1371600">
              <a:buNone/>
              <a:defRPr sz="1600"/>
            </a:lvl4pPr>
            <a:lvl5pPr indent="0" marL="1828800">
              <a:buNone/>
              <a:defRPr sz="1600"/>
            </a:lvl5pPr>
            <a:lvl6pPr indent="0" marL="2286000">
              <a:buNone/>
              <a:defRPr sz="1600"/>
            </a:lvl6pPr>
            <a:lvl7pPr indent="0" marL="2743200">
              <a:buNone/>
              <a:defRPr sz="1600"/>
            </a:lvl7pPr>
            <a:lvl8pPr indent="0" marL="3200400">
              <a:buNone/>
              <a:defRPr sz="1600"/>
            </a:lvl8pPr>
            <a:lvl9pPr indent="0" marL="3657600">
              <a:buNone/>
              <a:defRPr sz="1600"/>
            </a:lvl9pPr>
          </a:lstStyle>
          <a:p>
            <a:pPr lvl="0"/>
            <a:r>
              <a:rPr lang="en-US" smtClean="0"/>
              <a:t>Click to edit Master text styles</a:t>
            </a:r>
            <a:endParaRPr lang="en-US" smtClean="0"/>
          </a:p>
        </p:txBody>
      </p:sp>
      <p:sp>
        <p:nvSpPr>
          <p:cNvPr id="1048660" name="Date Placeholder 3"/>
          <p:cNvSpPr>
            <a:spLocks noGrp="1"/>
          </p:cNvSpPr>
          <p:nvPr>
            <p:ph type="dt" sz="half" idx="10"/>
          </p:nvPr>
        </p:nvSpPr>
        <p:spPr/>
        <p:txBody>
          <a:bodyPr/>
          <a:p>
            <a:fld id="{E77F8A73-8160-40E6-9BDF-D059443BDABB}" type="datetimeFigureOut">
              <a:rPr lang="en-US" smtClean="0"/>
            </a:fld>
            <a:endParaRPr lang="en-US"/>
          </a:p>
        </p:txBody>
      </p:sp>
      <p:sp>
        <p:nvSpPr>
          <p:cNvPr id="1048661" name="Footer Placeholder 4"/>
          <p:cNvSpPr>
            <a:spLocks noGrp="1"/>
          </p:cNvSpPr>
          <p:nvPr>
            <p:ph type="ftr" sz="quarter" idx="11"/>
          </p:nvPr>
        </p:nvSpPr>
        <p:spPr/>
        <p:txBody>
          <a:bodyPr/>
          <a:p>
            <a:endParaRPr lang="en-US"/>
          </a:p>
        </p:txBody>
      </p:sp>
      <p:sp>
        <p:nvSpPr>
          <p:cNvPr id="1048662" name="Slide Number Placeholder 5"/>
          <p:cNvSpPr>
            <a:spLocks noGrp="1"/>
          </p:cNvSpPr>
          <p:nvPr>
            <p:ph type="sldNum" sz="quarter" idx="12"/>
          </p:nvPr>
        </p:nvSpPr>
        <p:spPr/>
        <p:txBody>
          <a:bodyPr/>
          <a:p>
            <a:fld id="{1981A30D-AACC-4DAB-B31A-CB6F2C10BE12}" type="slidenum">
              <a:rPr lang="en-US" smtClean="0"/>
            </a:fld>
            <a:endParaRPr lang="en-US"/>
          </a:p>
        </p:txBody>
      </p:sp>
    </p:spTree>
  </p:cSld>
  <p:clrMapOvr>
    <a:masterClrMapping/>
  </p:clrMapOvr>
  <p:hf dt="0" ftr="0" hdr="0" sldNum="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07" name=""/>
        <p:cNvGrpSpPr/>
        <p:nvPr/>
      </p:nvGrpSpPr>
      <p:grpSpPr>
        <a:xfrm>
          <a:off x="0" y="0"/>
          <a:ext cx="0" cy="0"/>
          <a:chOff x="0" y="0"/>
          <a:chExt cx="0" cy="0"/>
        </a:xfrm>
      </p:grpSpPr>
      <p:sp>
        <p:nvSpPr>
          <p:cNvPr id="1048663" name="Title 1"/>
          <p:cNvSpPr>
            <a:spLocks noGrp="1"/>
          </p:cNvSpPr>
          <p:nvPr>
            <p:ph type="title"/>
          </p:nvPr>
        </p:nvSpPr>
        <p:spPr/>
        <p:txBody>
          <a:bodyPr/>
          <a:p>
            <a:r>
              <a:rPr lang="en-US" smtClean="0"/>
              <a:t>Click to edit Master title style</a:t>
            </a:r>
            <a:endParaRPr lang="en-US"/>
          </a:p>
        </p:txBody>
      </p:sp>
      <p:sp>
        <p:nvSpPr>
          <p:cNvPr id="1048664" name="Content Placeholder 2"/>
          <p:cNvSpPr>
            <a:spLocks noGrp="1"/>
          </p:cNvSpPr>
          <p:nvPr>
            <p:ph sz="half" idx="1"/>
          </p:nvPr>
        </p:nvSpPr>
        <p:spPr>
          <a:xfrm>
            <a:off x="457200" y="1174750"/>
            <a:ext cx="4038600" cy="4953000"/>
          </a:xfrm>
        </p:spPr>
        <p:txBody>
          <a:bodyPr/>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665" name="Content Placeholder 3"/>
          <p:cNvSpPr>
            <a:spLocks noGrp="1"/>
          </p:cNvSpPr>
          <p:nvPr>
            <p:ph sz="half" idx="2"/>
          </p:nvPr>
        </p:nvSpPr>
        <p:spPr>
          <a:xfrm>
            <a:off x="4648200" y="1174750"/>
            <a:ext cx="4038600" cy="4953000"/>
          </a:xfrm>
        </p:spPr>
        <p:txBody>
          <a:bodyPr/>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666" name="Date Placeholder 4"/>
          <p:cNvSpPr>
            <a:spLocks noGrp="1"/>
          </p:cNvSpPr>
          <p:nvPr>
            <p:ph type="dt" sz="half" idx="10"/>
          </p:nvPr>
        </p:nvSpPr>
        <p:spPr/>
        <p:txBody>
          <a:bodyPr/>
          <a:p>
            <a:fld id="{E77F8A73-8160-40E6-9BDF-D059443BDABB}" type="datetimeFigureOut">
              <a:rPr lang="en-US" smtClean="0"/>
            </a:fld>
            <a:endParaRPr lang="en-US"/>
          </a:p>
        </p:txBody>
      </p:sp>
      <p:sp>
        <p:nvSpPr>
          <p:cNvPr id="1048667" name="Footer Placeholder 5"/>
          <p:cNvSpPr>
            <a:spLocks noGrp="1"/>
          </p:cNvSpPr>
          <p:nvPr>
            <p:ph type="ftr" sz="quarter" idx="11"/>
          </p:nvPr>
        </p:nvSpPr>
        <p:spPr/>
        <p:txBody>
          <a:bodyPr/>
          <a:p>
            <a:endParaRPr lang="en-US"/>
          </a:p>
        </p:txBody>
      </p:sp>
      <p:sp>
        <p:nvSpPr>
          <p:cNvPr id="1048668" name="Slide Number Placeholder 6"/>
          <p:cNvSpPr>
            <a:spLocks noGrp="1"/>
          </p:cNvSpPr>
          <p:nvPr>
            <p:ph type="sldNum" sz="quarter" idx="12"/>
          </p:nvPr>
        </p:nvSpPr>
        <p:spPr/>
        <p:txBody>
          <a:bodyPr/>
          <a:p>
            <a:fld id="{1981A30D-AACC-4DAB-B31A-CB6F2C10BE12}" type="slidenum">
              <a:rPr lang="en-US" smtClean="0"/>
            </a:fld>
            <a:endParaRPr lang="en-US"/>
          </a:p>
        </p:txBody>
      </p:sp>
    </p:spTree>
  </p:cSld>
  <p:clrMapOvr>
    <a:masterClrMapping/>
  </p:clrMapOvr>
  <p:hf dt="0" ftr="0" hdr="0" sldNum="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08" name=""/>
        <p:cNvGrpSpPr/>
        <p:nvPr/>
      </p:nvGrpSpPr>
      <p:grpSpPr>
        <a:xfrm>
          <a:off x="0" y="0"/>
          <a:ext cx="0" cy="0"/>
          <a:chOff x="0" y="0"/>
          <a:chExt cx="0" cy="0"/>
        </a:xfrm>
      </p:grpSpPr>
      <p:sp>
        <p:nvSpPr>
          <p:cNvPr id="1048669" name="Title 1"/>
          <p:cNvSpPr>
            <a:spLocks noGrp="1"/>
          </p:cNvSpPr>
          <p:nvPr>
            <p:ph type="title"/>
          </p:nvPr>
        </p:nvSpPr>
        <p:spPr>
          <a:xfrm>
            <a:off x="630238" y="365125"/>
            <a:ext cx="7886700" cy="1325563"/>
          </a:xfrm>
        </p:spPr>
        <p:txBody>
          <a:bodyPr/>
          <a:p>
            <a:r>
              <a:rPr lang="en-US" smtClean="0"/>
              <a:t>Click to edit Master title style</a:t>
            </a:r>
            <a:endParaRPr lang="en-US"/>
          </a:p>
        </p:txBody>
      </p:sp>
      <p:sp>
        <p:nvSpPr>
          <p:cNvPr id="1048670" name="Text Placeholder 2"/>
          <p:cNvSpPr>
            <a:spLocks noGrp="1"/>
          </p:cNvSpPr>
          <p:nvPr>
            <p:ph type="body" idx="1"/>
          </p:nvPr>
        </p:nvSpPr>
        <p:spPr>
          <a:xfrm>
            <a:off x="630238" y="1681163"/>
            <a:ext cx="386873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endParaRPr lang="en-US" smtClean="0"/>
          </a:p>
        </p:txBody>
      </p:sp>
      <p:sp>
        <p:nvSpPr>
          <p:cNvPr id="1048671" name="Content Placeholder 3"/>
          <p:cNvSpPr>
            <a:spLocks noGrp="1"/>
          </p:cNvSpPr>
          <p:nvPr>
            <p:ph sz="half" idx="2"/>
          </p:nvPr>
        </p:nvSpPr>
        <p:spPr>
          <a:xfrm>
            <a:off x="630238" y="2505075"/>
            <a:ext cx="3868737" cy="3684588"/>
          </a:xfrm>
        </p:spPr>
        <p:txBody>
          <a:bodyPr/>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672" name="Text Placeholder 4"/>
          <p:cNvSpPr>
            <a:spLocks noGrp="1"/>
          </p:cNvSpPr>
          <p:nvPr>
            <p:ph type="body" sz="quarter" idx="3"/>
          </p:nvPr>
        </p:nvSpPr>
        <p:spPr>
          <a:xfrm>
            <a:off x="4629150" y="1681163"/>
            <a:ext cx="38877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endParaRPr lang="en-US" smtClean="0"/>
          </a:p>
        </p:txBody>
      </p:sp>
      <p:sp>
        <p:nvSpPr>
          <p:cNvPr id="1048673" name="Content Placeholder 5"/>
          <p:cNvSpPr>
            <a:spLocks noGrp="1"/>
          </p:cNvSpPr>
          <p:nvPr>
            <p:ph sz="quarter" idx="4"/>
          </p:nvPr>
        </p:nvSpPr>
        <p:spPr>
          <a:xfrm>
            <a:off x="4629150" y="2505075"/>
            <a:ext cx="3887788" cy="3684588"/>
          </a:xfrm>
        </p:spPr>
        <p:txBody>
          <a:bodyPr/>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674" name="Date Placeholder 6"/>
          <p:cNvSpPr>
            <a:spLocks noGrp="1"/>
          </p:cNvSpPr>
          <p:nvPr>
            <p:ph type="dt" sz="half" idx="10"/>
          </p:nvPr>
        </p:nvSpPr>
        <p:spPr/>
        <p:txBody>
          <a:bodyPr/>
          <a:p>
            <a:fld id="{E77F8A73-8160-40E6-9BDF-D059443BDABB}" type="datetimeFigureOut">
              <a:rPr lang="en-US" smtClean="0"/>
            </a:fld>
            <a:endParaRPr lang="en-US"/>
          </a:p>
        </p:txBody>
      </p:sp>
      <p:sp>
        <p:nvSpPr>
          <p:cNvPr id="1048675" name="Footer Placeholder 7"/>
          <p:cNvSpPr>
            <a:spLocks noGrp="1"/>
          </p:cNvSpPr>
          <p:nvPr>
            <p:ph type="ftr" sz="quarter" idx="11"/>
          </p:nvPr>
        </p:nvSpPr>
        <p:spPr/>
        <p:txBody>
          <a:bodyPr/>
          <a:p>
            <a:endParaRPr lang="en-US"/>
          </a:p>
        </p:txBody>
      </p:sp>
      <p:sp>
        <p:nvSpPr>
          <p:cNvPr id="1048676" name="Slide Number Placeholder 8"/>
          <p:cNvSpPr>
            <a:spLocks noGrp="1"/>
          </p:cNvSpPr>
          <p:nvPr>
            <p:ph type="sldNum" sz="quarter" idx="12"/>
          </p:nvPr>
        </p:nvSpPr>
        <p:spPr/>
        <p:txBody>
          <a:bodyPr/>
          <a:p>
            <a:fld id="{1981A30D-AACC-4DAB-B31A-CB6F2C10BE12}" type="slidenum">
              <a:rPr lang="en-US" smtClean="0"/>
            </a:fld>
            <a:endParaRPr lang="en-US"/>
          </a:p>
        </p:txBody>
      </p:sp>
    </p:spTree>
  </p:cSld>
  <p:clrMapOvr>
    <a:masterClrMapping/>
  </p:clrMapOvr>
  <p:hf dt="0" ftr="0" hdr="0" sldNum="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02" name=""/>
        <p:cNvGrpSpPr/>
        <p:nvPr/>
      </p:nvGrpSpPr>
      <p:grpSpPr>
        <a:xfrm>
          <a:off x="0" y="0"/>
          <a:ext cx="0" cy="0"/>
          <a:chOff x="0" y="0"/>
          <a:chExt cx="0" cy="0"/>
        </a:xfrm>
      </p:grpSpPr>
      <p:sp>
        <p:nvSpPr>
          <p:cNvPr id="1048638" name="Title 1"/>
          <p:cNvSpPr>
            <a:spLocks noGrp="1"/>
          </p:cNvSpPr>
          <p:nvPr>
            <p:ph type="title"/>
          </p:nvPr>
        </p:nvSpPr>
        <p:spPr/>
        <p:txBody>
          <a:bodyPr/>
          <a:p>
            <a:r>
              <a:rPr lang="en-US" smtClean="0"/>
              <a:t>Click to edit Master title style</a:t>
            </a:r>
            <a:endParaRPr lang="en-US"/>
          </a:p>
        </p:txBody>
      </p:sp>
      <p:sp>
        <p:nvSpPr>
          <p:cNvPr id="1048639" name="Date Placeholder 2"/>
          <p:cNvSpPr>
            <a:spLocks noGrp="1"/>
          </p:cNvSpPr>
          <p:nvPr>
            <p:ph type="dt" sz="half" idx="10"/>
          </p:nvPr>
        </p:nvSpPr>
        <p:spPr/>
        <p:txBody>
          <a:bodyPr/>
          <a:p>
            <a:fld id="{E77F8A73-8160-40E6-9BDF-D059443BDABB}" type="datetimeFigureOut">
              <a:rPr lang="en-US" smtClean="0"/>
            </a:fld>
            <a:endParaRPr lang="en-US"/>
          </a:p>
        </p:txBody>
      </p:sp>
      <p:sp>
        <p:nvSpPr>
          <p:cNvPr id="1048640" name="Footer Placeholder 3"/>
          <p:cNvSpPr>
            <a:spLocks noGrp="1"/>
          </p:cNvSpPr>
          <p:nvPr>
            <p:ph type="ftr" sz="quarter" idx="11"/>
          </p:nvPr>
        </p:nvSpPr>
        <p:spPr/>
        <p:txBody>
          <a:bodyPr/>
          <a:p>
            <a:endParaRPr lang="en-US"/>
          </a:p>
        </p:txBody>
      </p:sp>
      <p:sp>
        <p:nvSpPr>
          <p:cNvPr id="1048641" name="Slide Number Placeholder 4"/>
          <p:cNvSpPr>
            <a:spLocks noGrp="1"/>
          </p:cNvSpPr>
          <p:nvPr>
            <p:ph type="sldNum" sz="quarter" idx="12"/>
          </p:nvPr>
        </p:nvSpPr>
        <p:spPr/>
        <p:txBody>
          <a:bodyPr/>
          <a:p>
            <a:fld id="{1981A30D-AACC-4DAB-B31A-CB6F2C10BE12}" type="slidenum">
              <a:rPr lang="en-US" smtClean="0"/>
            </a:fld>
            <a:endParaRPr lang="en-US"/>
          </a:p>
        </p:txBody>
      </p:sp>
    </p:spTree>
  </p:cSld>
  <p:clrMapOvr>
    <a:masterClrMapping/>
  </p:clrMapOvr>
  <p:hf dt="0" ftr="0" hdr="0" sldNum="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09" name=""/>
        <p:cNvGrpSpPr/>
        <p:nvPr/>
      </p:nvGrpSpPr>
      <p:grpSpPr>
        <a:xfrm>
          <a:off x="0" y="0"/>
          <a:ext cx="0" cy="0"/>
          <a:chOff x="0" y="0"/>
          <a:chExt cx="0" cy="0"/>
        </a:xfrm>
      </p:grpSpPr>
      <p:sp>
        <p:nvSpPr>
          <p:cNvPr id="1048677" name="Date Placeholder 1"/>
          <p:cNvSpPr>
            <a:spLocks noGrp="1"/>
          </p:cNvSpPr>
          <p:nvPr>
            <p:ph type="dt" sz="half" idx="10"/>
          </p:nvPr>
        </p:nvSpPr>
        <p:spPr/>
        <p:txBody>
          <a:bodyPr/>
          <a:p>
            <a:fld id="{E77F8A73-8160-40E6-9BDF-D059443BDABB}" type="datetimeFigureOut">
              <a:rPr lang="en-US" smtClean="0"/>
            </a:fld>
            <a:endParaRPr lang="en-US"/>
          </a:p>
        </p:txBody>
      </p:sp>
      <p:sp>
        <p:nvSpPr>
          <p:cNvPr id="1048678" name="Footer Placeholder 2"/>
          <p:cNvSpPr>
            <a:spLocks noGrp="1"/>
          </p:cNvSpPr>
          <p:nvPr>
            <p:ph type="ftr" sz="quarter" idx="11"/>
          </p:nvPr>
        </p:nvSpPr>
        <p:spPr/>
        <p:txBody>
          <a:bodyPr/>
          <a:p>
            <a:endParaRPr lang="en-US"/>
          </a:p>
        </p:txBody>
      </p:sp>
      <p:sp>
        <p:nvSpPr>
          <p:cNvPr id="1048679" name="Slide Number Placeholder 3"/>
          <p:cNvSpPr>
            <a:spLocks noGrp="1"/>
          </p:cNvSpPr>
          <p:nvPr>
            <p:ph type="sldNum" sz="quarter" idx="12"/>
          </p:nvPr>
        </p:nvSpPr>
        <p:spPr/>
        <p:txBody>
          <a:bodyPr/>
          <a:p>
            <a:fld id="{1981A30D-AACC-4DAB-B31A-CB6F2C10BE12}" type="slidenum">
              <a:rPr lang="en-US" smtClean="0"/>
            </a:fld>
            <a:endParaRPr lang="en-US"/>
          </a:p>
        </p:txBody>
      </p:sp>
    </p:spTree>
  </p:cSld>
  <p:clrMapOvr>
    <a:masterClrMapping/>
  </p:clrMapOvr>
  <p:hf dt="0" ftr="0" hdr="0" sldNum="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10" name=""/>
        <p:cNvGrpSpPr/>
        <p:nvPr/>
      </p:nvGrpSpPr>
      <p:grpSpPr>
        <a:xfrm>
          <a:off x="0" y="0"/>
          <a:ext cx="0" cy="0"/>
          <a:chOff x="0" y="0"/>
          <a:chExt cx="0" cy="0"/>
        </a:xfrm>
      </p:grpSpPr>
      <p:sp>
        <p:nvSpPr>
          <p:cNvPr id="1048680"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1048681"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682" name="Text Placeholder 3"/>
          <p:cNvSpPr>
            <a:spLocks noGrp="1"/>
          </p:cNvSpPr>
          <p:nvPr>
            <p:ph type="body" sz="half" idx="2"/>
          </p:nvPr>
        </p:nvSpPr>
        <p:spPr>
          <a:xfrm>
            <a:off x="630238" y="2057400"/>
            <a:ext cx="2949575"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smtClean="0"/>
              <a:t>Click to edit Master text styles</a:t>
            </a:r>
            <a:endParaRPr lang="en-US" smtClean="0"/>
          </a:p>
        </p:txBody>
      </p:sp>
      <p:sp>
        <p:nvSpPr>
          <p:cNvPr id="1048683" name="Date Placeholder 4"/>
          <p:cNvSpPr>
            <a:spLocks noGrp="1"/>
          </p:cNvSpPr>
          <p:nvPr>
            <p:ph type="dt" sz="half" idx="10"/>
          </p:nvPr>
        </p:nvSpPr>
        <p:spPr/>
        <p:txBody>
          <a:bodyPr/>
          <a:p>
            <a:fld id="{E77F8A73-8160-40E6-9BDF-D059443BDABB}" type="datetimeFigureOut">
              <a:rPr lang="en-US" smtClean="0"/>
            </a:fld>
            <a:endParaRPr lang="en-US"/>
          </a:p>
        </p:txBody>
      </p:sp>
      <p:sp>
        <p:nvSpPr>
          <p:cNvPr id="1048684" name="Footer Placeholder 5"/>
          <p:cNvSpPr>
            <a:spLocks noGrp="1"/>
          </p:cNvSpPr>
          <p:nvPr>
            <p:ph type="ftr" sz="quarter" idx="11"/>
          </p:nvPr>
        </p:nvSpPr>
        <p:spPr/>
        <p:txBody>
          <a:bodyPr/>
          <a:p>
            <a:endParaRPr lang="en-US"/>
          </a:p>
        </p:txBody>
      </p:sp>
      <p:sp>
        <p:nvSpPr>
          <p:cNvPr id="1048685" name="Slide Number Placeholder 6"/>
          <p:cNvSpPr>
            <a:spLocks noGrp="1"/>
          </p:cNvSpPr>
          <p:nvPr>
            <p:ph type="sldNum" sz="quarter" idx="12"/>
          </p:nvPr>
        </p:nvSpPr>
        <p:spPr/>
        <p:txBody>
          <a:bodyPr/>
          <a:p>
            <a:fld id="{1981A30D-AACC-4DAB-B31A-CB6F2C10BE12}" type="slidenum">
              <a:rPr lang="en-US" smtClean="0"/>
            </a:fld>
            <a:endParaRPr lang="en-US"/>
          </a:p>
        </p:txBody>
      </p:sp>
    </p:spTree>
  </p:cSld>
  <p:clrMapOvr>
    <a:masterClrMapping/>
  </p:clrMapOvr>
  <p:hf dt="0" ftr="0" hdr="0" sldNum="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04" name=""/>
        <p:cNvGrpSpPr/>
        <p:nvPr/>
      </p:nvGrpSpPr>
      <p:grpSpPr>
        <a:xfrm>
          <a:off x="0" y="0"/>
          <a:ext cx="0" cy="0"/>
          <a:chOff x="0" y="0"/>
          <a:chExt cx="0" cy="0"/>
        </a:xfrm>
      </p:grpSpPr>
      <p:sp>
        <p:nvSpPr>
          <p:cNvPr id="1048647"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1048648" name="Picture Placeholder 2"/>
          <p:cNvSpPr>
            <a:spLocks noGrp="1"/>
          </p:cNvSpPr>
          <p:nvPr>
            <p:ph type="pic" idx="1"/>
          </p:nvPr>
        </p:nvSpPr>
        <p:spPr>
          <a:xfrm>
            <a:off x="3887788" y="987425"/>
            <a:ext cx="4629150" cy="4873625"/>
          </a:xfrm>
        </p:spPr>
        <p:txBody>
          <a:bodyPr anchor="t" anchorCtr="0" bIns="45720" compatLnSpc="1" lIns="91440" numCol="1" rIns="91440" tIns="45720" vert="horz" wrap="square"/>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pPr algn="l" defTabSz="914400" eaLnBrk="1" fontAlgn="base" hangingPunct="1" indent="0" latinLnBrk="0" lvl="0" marL="0" marR="0" rtl="0">
              <a:lnSpc>
                <a:spcPct val="100000"/>
              </a:lnSpc>
              <a:spcBef>
                <a:spcPct val="20000"/>
              </a:spcBef>
              <a:spcAft>
                <a:spcPct val="0"/>
              </a:spcAft>
              <a:buClrTx/>
              <a:buSzTx/>
              <a:buFontTx/>
              <a:buNone/>
            </a:pPr>
            <a:endParaRPr baseline="0" b="0" cap="none" sz="3200" i="0" kern="1200" kumimoji="0" lang="en-US" noProof="0" normalizeH="0" spc="0" strike="noStrike" u="none" smtClean="0">
              <a:ln>
                <a:noFill/>
              </a:ln>
              <a:solidFill>
                <a:schemeClr val="tx1"/>
              </a:solidFill>
              <a:effectLst/>
              <a:uLnTx/>
              <a:uFillTx/>
              <a:latin typeface="+mn-lt"/>
              <a:ea typeface="+mn-ea"/>
              <a:cs typeface="+mn-cs"/>
            </a:endParaRPr>
          </a:p>
        </p:txBody>
      </p:sp>
      <p:sp>
        <p:nvSpPr>
          <p:cNvPr id="1048649" name="Text Placeholder 3"/>
          <p:cNvSpPr>
            <a:spLocks noGrp="1"/>
          </p:cNvSpPr>
          <p:nvPr>
            <p:ph type="body" sz="half" idx="2"/>
          </p:nvPr>
        </p:nvSpPr>
        <p:spPr>
          <a:xfrm>
            <a:off x="630238" y="2057400"/>
            <a:ext cx="2949575"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smtClean="0"/>
              <a:t>Click to edit Master text styles</a:t>
            </a:r>
            <a:endParaRPr lang="en-US" smtClean="0"/>
          </a:p>
        </p:txBody>
      </p:sp>
      <p:sp>
        <p:nvSpPr>
          <p:cNvPr id="1048650" name="Date Placeholder 4"/>
          <p:cNvSpPr>
            <a:spLocks noGrp="1"/>
          </p:cNvSpPr>
          <p:nvPr>
            <p:ph type="dt" sz="half" idx="10"/>
          </p:nvPr>
        </p:nvSpPr>
        <p:spPr/>
        <p:txBody>
          <a:bodyPr/>
          <a:p>
            <a:fld id="{E77F8A73-8160-40E6-9BDF-D059443BDABB}" type="datetimeFigureOut">
              <a:rPr lang="en-US" smtClean="0"/>
            </a:fld>
            <a:endParaRPr lang="en-US"/>
          </a:p>
        </p:txBody>
      </p:sp>
      <p:sp>
        <p:nvSpPr>
          <p:cNvPr id="1048651" name="Footer Placeholder 5"/>
          <p:cNvSpPr>
            <a:spLocks noGrp="1"/>
          </p:cNvSpPr>
          <p:nvPr>
            <p:ph type="ftr" sz="quarter" idx="11"/>
          </p:nvPr>
        </p:nvSpPr>
        <p:spPr/>
        <p:txBody>
          <a:bodyPr/>
          <a:p>
            <a:endParaRPr lang="en-US"/>
          </a:p>
        </p:txBody>
      </p:sp>
      <p:sp>
        <p:nvSpPr>
          <p:cNvPr id="1048652" name="Slide Number Placeholder 6"/>
          <p:cNvSpPr>
            <a:spLocks noGrp="1"/>
          </p:cNvSpPr>
          <p:nvPr>
            <p:ph type="sldNum" sz="quarter" idx="12"/>
          </p:nvPr>
        </p:nvSpPr>
        <p:spPr/>
        <p:txBody>
          <a:bodyPr/>
          <a:p>
            <a:fld id="{1981A30D-AACC-4DAB-B31A-CB6F2C10BE12}" type="slidenum">
              <a:rPr lang="en-US" smtClean="0"/>
            </a:fld>
            <a:endParaRPr lang="en-US"/>
          </a:p>
        </p:txBody>
      </p:sp>
    </p:spTree>
  </p:cSld>
  <p:clrMapOvr>
    <a:masterClrMapping/>
  </p:clrMapOvr>
  <p:hf dt="0" ftr="0" hdr="0" sldNum="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05" name=""/>
        <p:cNvGrpSpPr/>
        <p:nvPr/>
      </p:nvGrpSpPr>
      <p:grpSpPr>
        <a:xfrm>
          <a:off x="0" y="0"/>
          <a:ext cx="0" cy="0"/>
          <a:chOff x="0" y="0"/>
          <a:chExt cx="0" cy="0"/>
        </a:xfrm>
      </p:grpSpPr>
      <p:sp>
        <p:nvSpPr>
          <p:cNvPr id="1048653" name="Title 1"/>
          <p:cNvSpPr>
            <a:spLocks noGrp="1"/>
          </p:cNvSpPr>
          <p:nvPr>
            <p:ph type="title"/>
          </p:nvPr>
        </p:nvSpPr>
        <p:spPr/>
        <p:txBody>
          <a:bodyPr/>
          <a:p>
            <a:r>
              <a:rPr lang="en-US" smtClean="0"/>
              <a:t>Click to edit Master title style</a:t>
            </a:r>
            <a:endParaRPr lang="en-US"/>
          </a:p>
        </p:txBody>
      </p:sp>
      <p:sp>
        <p:nvSpPr>
          <p:cNvPr id="1048654" name="Vertical Text Placeholder 2"/>
          <p:cNvSpPr>
            <a:spLocks noGrp="1"/>
          </p:cNvSpPr>
          <p:nvPr>
            <p:ph type="body" orient="vert" idx="1"/>
          </p:nvPr>
        </p:nvSpPr>
        <p:spPr/>
        <p:txBody>
          <a:bodyPr vert="eaVert"/>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655" name="Date Placeholder 3"/>
          <p:cNvSpPr>
            <a:spLocks noGrp="1"/>
          </p:cNvSpPr>
          <p:nvPr>
            <p:ph type="dt" sz="half" idx="10"/>
          </p:nvPr>
        </p:nvSpPr>
        <p:spPr/>
        <p:txBody>
          <a:bodyPr/>
          <a:p>
            <a:fld id="{E77F8A73-8160-40E6-9BDF-D059443BDABB}" type="datetimeFigureOut">
              <a:rPr lang="en-US" smtClean="0"/>
            </a:fld>
            <a:endParaRPr lang="en-US"/>
          </a:p>
        </p:txBody>
      </p:sp>
      <p:sp>
        <p:nvSpPr>
          <p:cNvPr id="1048656" name="Footer Placeholder 4"/>
          <p:cNvSpPr>
            <a:spLocks noGrp="1"/>
          </p:cNvSpPr>
          <p:nvPr>
            <p:ph type="ftr" sz="quarter" idx="11"/>
          </p:nvPr>
        </p:nvSpPr>
        <p:spPr/>
        <p:txBody>
          <a:bodyPr/>
          <a:p>
            <a:endParaRPr lang="en-US"/>
          </a:p>
        </p:txBody>
      </p:sp>
      <p:sp>
        <p:nvSpPr>
          <p:cNvPr id="1048657" name="Slide Number Placeholder 5"/>
          <p:cNvSpPr>
            <a:spLocks noGrp="1"/>
          </p:cNvSpPr>
          <p:nvPr>
            <p:ph type="sldNum" sz="quarter" idx="12"/>
          </p:nvPr>
        </p:nvSpPr>
        <p:spPr/>
        <p:txBody>
          <a:bodyPr/>
          <a:p>
            <a:fld id="{1981A30D-AACC-4DAB-B31A-CB6F2C10BE12}" type="slidenum">
              <a:rPr lang="en-US" smtClean="0"/>
            </a:fld>
            <a:endParaRPr lang="en-US"/>
          </a:p>
        </p:txBody>
      </p:sp>
    </p:spTree>
  </p:cSld>
  <p:clrMapOvr>
    <a:masterClrMapping/>
  </p:clrMapOvr>
  <p:hf dt="0" ftr="0" hdr="0" sldNum="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03" name=""/>
        <p:cNvGrpSpPr/>
        <p:nvPr/>
      </p:nvGrpSpPr>
      <p:grpSpPr>
        <a:xfrm>
          <a:off x="0" y="0"/>
          <a:ext cx="0" cy="0"/>
          <a:chOff x="0" y="0"/>
          <a:chExt cx="0" cy="0"/>
        </a:xfrm>
      </p:grpSpPr>
      <p:sp>
        <p:nvSpPr>
          <p:cNvPr id="1048642" name="Vertical Title 1"/>
          <p:cNvSpPr>
            <a:spLocks noGrp="1"/>
          </p:cNvSpPr>
          <p:nvPr>
            <p:ph type="title" orient="vert"/>
          </p:nvPr>
        </p:nvSpPr>
        <p:spPr>
          <a:xfrm>
            <a:off x="6629400" y="190500"/>
            <a:ext cx="2057400" cy="5937250"/>
          </a:xfrm>
        </p:spPr>
        <p:txBody>
          <a:bodyPr vert="eaVert"/>
          <a:p>
            <a:r>
              <a:rPr lang="en-US" smtClean="0"/>
              <a:t>Click to edit Master title style</a:t>
            </a:r>
            <a:endParaRPr lang="en-US"/>
          </a:p>
        </p:txBody>
      </p:sp>
      <p:sp>
        <p:nvSpPr>
          <p:cNvPr id="1048643" name="Vertical Text Placeholder 2"/>
          <p:cNvSpPr>
            <a:spLocks noGrp="1"/>
          </p:cNvSpPr>
          <p:nvPr>
            <p:ph type="body" orient="vert" idx="1"/>
          </p:nvPr>
        </p:nvSpPr>
        <p:spPr>
          <a:xfrm>
            <a:off x="457200" y="190500"/>
            <a:ext cx="6019800" cy="5937250"/>
          </a:xfrm>
        </p:spPr>
        <p:txBody>
          <a:bodyPr vert="eaVert"/>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644" name="Date Placeholder 3"/>
          <p:cNvSpPr>
            <a:spLocks noGrp="1"/>
          </p:cNvSpPr>
          <p:nvPr>
            <p:ph type="dt" sz="half" idx="10"/>
          </p:nvPr>
        </p:nvSpPr>
        <p:spPr/>
        <p:txBody>
          <a:bodyPr/>
          <a:p>
            <a:fld id="{E77F8A73-8160-40E6-9BDF-D059443BDABB}" type="datetimeFigureOut">
              <a:rPr lang="en-US" smtClean="0"/>
            </a:fld>
            <a:endParaRPr lang="en-US"/>
          </a:p>
        </p:txBody>
      </p:sp>
      <p:sp>
        <p:nvSpPr>
          <p:cNvPr id="1048645" name="Footer Placeholder 4"/>
          <p:cNvSpPr>
            <a:spLocks noGrp="1"/>
          </p:cNvSpPr>
          <p:nvPr>
            <p:ph type="ftr" sz="quarter" idx="11"/>
          </p:nvPr>
        </p:nvSpPr>
        <p:spPr/>
        <p:txBody>
          <a:bodyPr/>
          <a:p>
            <a:endParaRPr lang="en-US"/>
          </a:p>
        </p:txBody>
      </p:sp>
      <p:sp>
        <p:nvSpPr>
          <p:cNvPr id="1048646" name="Slide Number Placeholder 5"/>
          <p:cNvSpPr>
            <a:spLocks noGrp="1"/>
          </p:cNvSpPr>
          <p:nvPr>
            <p:ph type="sldNum" sz="quarter" idx="12"/>
          </p:nvPr>
        </p:nvSpPr>
        <p:spPr/>
        <p:txBody>
          <a:bodyPr/>
          <a:p>
            <a:fld id="{1981A30D-AACC-4DAB-B31A-CB6F2C10BE12}" type="slidenum">
              <a:rPr lang="en-US" smtClean="0"/>
            </a:fld>
            <a:endParaRPr lang="en-US"/>
          </a:p>
        </p:txBody>
      </p:sp>
    </p:spTree>
  </p:cSld>
  <p:clrMapOvr>
    <a:masterClrMapping/>
  </p:clrMapOvr>
  <p:hf dt="0" ftr="0" hdr="0" sldNum="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image" Target="../media/image2.jpeg"/><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p:bgPr>
    </p:bg>
    <p:spTree>
      <p:nvGrpSpPr>
        <p:cNvPr id="12" name=""/>
        <p:cNvGrpSpPr/>
        <p:nvPr/>
      </p:nvGrpSpPr>
      <p:grpSpPr>
        <a:xfrm/>
      </p:grpSpPr>
      <p:pic>
        <p:nvPicPr>
          <p:cNvPr id="2097152" name="Picture 3"/>
          <p:cNvPicPr>
            <a:picLocks noChangeAspect="1"/>
          </p:cNvPicPr>
          <p:nvPr/>
        </p:nvPicPr>
        <p:blipFill>
          <a:blip xmlns:r="http://schemas.openxmlformats.org/officeDocument/2006/relationships" r:embed="rId12"/>
          <a:stretch>
            <a:fillRect/>
          </a:stretch>
        </p:blipFill>
        <p:spPr>
          <a:xfrm>
            <a:off x="-6350" y="0"/>
            <a:ext cx="9150350" cy="6858000"/>
          </a:xfrm>
          <a:prstGeom prst="rect"/>
          <a:noFill/>
          <a:ln w="9525">
            <a:noFill/>
          </a:ln>
        </p:spPr>
      </p:pic>
      <p:sp>
        <p:nvSpPr>
          <p:cNvPr id="1048576" name="Rectangle 3"/>
          <p:cNvSpPr>
            <a:spLocks noGrp="1"/>
          </p:cNvSpPr>
          <p:nvPr>
            <p:ph type="title"/>
          </p:nvPr>
        </p:nvSpPr>
        <p:spPr>
          <a:xfrm>
            <a:off x="457200" y="190500"/>
            <a:ext cx="8229600" cy="582613"/>
          </a:xfrm>
          <a:prstGeom prst="rect"/>
          <a:noFill/>
          <a:ln w="9525">
            <a:noFill/>
          </a:ln>
        </p:spPr>
        <p:txBody>
          <a:bodyPr anchor="ctr" anchorCtr="0"/>
          <a:p>
            <a:pPr lvl="0"/>
            <a:r>
              <a:rPr altLang="zh-CN" dirty="0" lang="en-US"/>
              <a:t>Click to edit Master title style</a:t>
            </a:r>
            <a:endParaRPr altLang="zh-CN" dirty="0" lang="en-US"/>
          </a:p>
        </p:txBody>
      </p:sp>
      <p:sp>
        <p:nvSpPr>
          <p:cNvPr id="1048577" name="Rectangle 4"/>
          <p:cNvSpPr>
            <a:spLocks noGrp="1"/>
          </p:cNvSpPr>
          <p:nvPr>
            <p:ph type="body" idx="1"/>
          </p:nvPr>
        </p:nvSpPr>
        <p:spPr>
          <a:xfrm>
            <a:off x="457200" y="1174750"/>
            <a:ext cx="8229600" cy="4953000"/>
          </a:xfrm>
          <a:prstGeom prst="rect"/>
          <a:noFill/>
          <a:ln w="9525">
            <a:noFill/>
          </a:ln>
        </p:spPr>
        <p:txBody>
          <a:bodyPr/>
          <a:p>
            <a:pPr lvl="0"/>
            <a:r>
              <a:rPr altLang="zh-CN" dirty="0" lang="en-US"/>
              <a:t>Click to edit Master text styles</a:t>
            </a:r>
            <a:endParaRPr altLang="zh-CN" dirty="0" lang="en-US"/>
          </a:p>
          <a:p>
            <a:pPr lvl="1"/>
            <a:r>
              <a:rPr altLang="zh-CN" dirty="0" lang="en-US"/>
              <a:t>Second level</a:t>
            </a:r>
            <a:endParaRPr altLang="zh-CN" dirty="0" lang="en-US"/>
          </a:p>
          <a:p>
            <a:pPr lvl="2"/>
            <a:r>
              <a:rPr altLang="zh-CN" dirty="0" lang="en-US"/>
              <a:t>Third level</a:t>
            </a:r>
            <a:endParaRPr altLang="zh-CN" dirty="0" lang="en-US"/>
          </a:p>
          <a:p>
            <a:pPr lvl="3"/>
            <a:r>
              <a:rPr altLang="zh-CN" dirty="0" lang="en-US"/>
              <a:t>Fourth level</a:t>
            </a:r>
            <a:endParaRPr altLang="zh-CN" dirty="0" lang="en-US"/>
          </a:p>
          <a:p>
            <a:pPr lvl="4"/>
            <a:r>
              <a:rPr altLang="zh-CN" dirty="0" lang="en-US"/>
              <a:t>Fifth level</a:t>
            </a:r>
            <a:endParaRPr altLang="zh-CN" dirty="0" lang="en-US"/>
          </a:p>
        </p:txBody>
      </p:sp>
      <p:sp>
        <p:nvSpPr>
          <p:cNvPr id="1048578" name="Rectangle 5"/>
          <p:cNvSpPr>
            <a:spLocks noGrp="1" noChangeArrowheads="1"/>
          </p:cNvSpPr>
          <p:nvPr>
            <p:ph type="dt" sz="half" idx="2"/>
          </p:nvPr>
        </p:nvSpPr>
        <p:spPr bwMode="auto">
          <a:xfrm>
            <a:off x="457200" y="6245225"/>
            <a:ext cx="2133600" cy="476250"/>
          </a:xfrm>
          <a:prstGeom prst="rect"/>
          <a:noFill/>
          <a:ln>
            <a:noFill/>
          </a:ln>
          <a:effectLst/>
        </p:spPr>
        <p:txBody>
          <a:bodyPr anchor="t" anchorCtr="0" bIns="45720" compatLnSpc="1" lIns="91440" numCol="1" rIns="91440" tIns="45720" vert="horz" wrap="square"/>
          <a:lstStyle>
            <a:lvl1pPr>
              <a:defRPr sz="1400"/>
            </a:lvl1pPr>
          </a:lstStyle>
          <a:p>
            <a:fld id="{E77F8A73-8160-40E6-9BDF-D059443BDABB}" type="datetimeFigureOut">
              <a:rPr lang="en-US" smtClean="0"/>
            </a:fld>
            <a:endParaRPr lang="en-US"/>
          </a:p>
        </p:txBody>
      </p:sp>
      <p:sp>
        <p:nvSpPr>
          <p:cNvPr id="1048579" name="Rectangle 6"/>
          <p:cNvSpPr>
            <a:spLocks noGrp="1" noChangeArrowheads="1"/>
          </p:cNvSpPr>
          <p:nvPr>
            <p:ph type="ftr" sz="quarter" idx="3"/>
          </p:nvPr>
        </p:nvSpPr>
        <p:spPr bwMode="auto">
          <a:xfrm>
            <a:off x="3124200" y="6245225"/>
            <a:ext cx="2895600" cy="476250"/>
          </a:xfrm>
          <a:prstGeom prst="rect"/>
          <a:noFill/>
          <a:ln>
            <a:noFill/>
          </a:ln>
          <a:effectLst/>
        </p:spPr>
        <p:txBody>
          <a:bodyPr anchor="t" anchorCtr="0" bIns="45720" compatLnSpc="1" lIns="91440" numCol="1" rIns="91440" tIns="45720" vert="horz" wrap="square"/>
          <a:lstStyle>
            <a:lvl1pPr algn="ctr">
              <a:defRPr sz="1400"/>
            </a:lvl1pPr>
          </a:lstStyle>
          <a:p>
            <a:endParaRPr lang="en-US"/>
          </a:p>
        </p:txBody>
      </p:sp>
      <p:sp>
        <p:nvSpPr>
          <p:cNvPr id="1048580" name="Rectangle 7"/>
          <p:cNvSpPr>
            <a:spLocks noGrp="1" noChangeArrowheads="1"/>
          </p:cNvSpPr>
          <p:nvPr>
            <p:ph type="sldNum" sz="quarter" idx="4"/>
          </p:nvPr>
        </p:nvSpPr>
        <p:spPr bwMode="auto">
          <a:xfrm>
            <a:off x="6553200" y="6245225"/>
            <a:ext cx="2133600" cy="476250"/>
          </a:xfrm>
          <a:prstGeom prst="rect"/>
          <a:noFill/>
          <a:ln>
            <a:noFill/>
          </a:ln>
          <a:effectLst/>
        </p:spPr>
        <p:txBody>
          <a:bodyPr anchor="t" anchorCtr="0" bIns="45720" compatLnSpc="1" lIns="91440" numCol="1" rIns="91440" tIns="45720" vert="horz" wrap="square"/>
          <a:lstStyle>
            <a:lvl1pPr algn="r">
              <a:defRPr sz="1400"/>
            </a:lvl1pPr>
          </a:lstStyle>
          <a:p>
            <a:fld id="{1981A30D-AACC-4DAB-B31A-CB6F2C10BE12}" type="slidenum">
              <a:rPr lang="en-US" smtClean="0"/>
            </a:fld>
            <a:endParaRPr lang="en-US"/>
          </a:p>
        </p:txBody>
      </p:sp>
    </p:spTree>
  </p:cSld>
  <p:clrMap accent1="accent1" accent2="accent2" accent3="accent3" accent4="accent4" accent5="accent5" accent6="accent6" bg1="lt1" bg2="lt2" tx1="dk1" tx2="dk2"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dt="0" ftr="0" hdr="0" sldNum="0"/>
  <p:txStyles>
    <p:titleStyle>
      <a:lvl1pPr algn="l" fontAlgn="base" rtl="0">
        <a:spcBef>
          <a:spcPct val="0"/>
        </a:spcBef>
        <a:spcAft>
          <a:spcPct val="0"/>
        </a:spcAft>
        <a:defRPr sz="3600" kern="1200">
          <a:solidFill>
            <a:schemeClr val="tx1"/>
          </a:solidFill>
          <a:latin typeface="+mj-lt"/>
          <a:ea typeface="+mj-ea"/>
          <a:cs typeface="+mj-cs"/>
        </a:defRPr>
      </a:lvl1pPr>
      <a:lvl2pPr algn="l" fontAlgn="base" rtl="0">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fontAlgn="base" rtl="0">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fontAlgn="base" rtl="0">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fontAlgn="base" rtl="0">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algn="l" fontAlgn="base" marL="457200" rtl="0">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algn="l" fontAlgn="base" marL="914400" rtl="0">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algn="l" fontAlgn="base" marL="1371600" rtl="0">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algn="l" fontAlgn="base" marL="1828800" rtl="0">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algn="l" fontAlgn="base" indent="-342900" marL="342900" rtl="0">
        <a:spcBef>
          <a:spcPct val="20000"/>
        </a:spcBef>
        <a:spcAft>
          <a:spcPct val="0"/>
        </a:spcAft>
        <a:buChar char="•"/>
        <a:defRPr sz="3200" kern="1200">
          <a:solidFill>
            <a:schemeClr val="tx1"/>
          </a:solidFill>
          <a:latin typeface="+mn-lt"/>
          <a:ea typeface="+mn-ea"/>
          <a:cs typeface="+mn-cs"/>
        </a:defRPr>
      </a:lvl1pPr>
      <a:lvl2pPr algn="l" fontAlgn="base" indent="-285750" marL="742950" rtl="0">
        <a:spcBef>
          <a:spcPct val="20000"/>
        </a:spcBef>
        <a:spcAft>
          <a:spcPct val="0"/>
        </a:spcAft>
        <a:buChar char="–"/>
        <a:defRPr sz="2800" kern="1200">
          <a:solidFill>
            <a:schemeClr val="tx1"/>
          </a:solidFill>
          <a:latin typeface="+mn-lt"/>
          <a:ea typeface="+mn-ea"/>
          <a:cs typeface="+mn-cs"/>
        </a:defRPr>
      </a:lvl2pPr>
      <a:lvl3pPr algn="l" fontAlgn="base" indent="-228600" marL="1143000" rtl="0">
        <a:spcBef>
          <a:spcPct val="20000"/>
        </a:spcBef>
        <a:spcAft>
          <a:spcPct val="0"/>
        </a:spcAft>
        <a:buChar char="•"/>
        <a:defRPr sz="2400" kern="1200">
          <a:solidFill>
            <a:schemeClr val="tx1"/>
          </a:solidFill>
          <a:latin typeface="+mn-lt"/>
          <a:ea typeface="+mn-ea"/>
          <a:cs typeface="+mn-cs"/>
        </a:defRPr>
      </a:lvl3pPr>
      <a:lvl4pPr algn="l" fontAlgn="base" indent="-228600" marL="1600200" rtl="0">
        <a:spcBef>
          <a:spcPct val="20000"/>
        </a:spcBef>
        <a:spcAft>
          <a:spcPct val="0"/>
        </a:spcAft>
        <a:buChar char="–"/>
        <a:defRPr sz="2000" kern="1200">
          <a:solidFill>
            <a:schemeClr val="tx1"/>
          </a:solidFill>
          <a:latin typeface="+mn-lt"/>
          <a:ea typeface="+mn-ea"/>
          <a:cs typeface="+mn-cs"/>
        </a:defRPr>
      </a:lvl4pPr>
      <a:lvl5pPr algn="l" fontAlgn="base" indent="-228600" marL="2057400" rtl="0">
        <a:spcBef>
          <a:spcPct val="20000"/>
        </a:spcBef>
        <a:spcAft>
          <a:spcPct val="0"/>
        </a:spcAft>
        <a:buChar char="»"/>
        <a:defRPr sz="20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pic>
        <p:nvPicPr>
          <p:cNvPr id="2097154" name="Picture 2097156"/>
          <p:cNvPicPr>
            <a:picLocks/>
          </p:cNvPicPr>
          <p:nvPr/>
        </p:nvPicPr>
        <p:blipFill>
          <a:blip xmlns:r="http://schemas.openxmlformats.org/officeDocument/2006/relationships" r:embed="rId1"/>
          <a:stretch>
            <a:fillRect/>
          </a:stretch>
        </p:blipFill>
        <p:spPr>
          <a:xfrm>
            <a:off x="2209624" y="609601"/>
            <a:ext cx="3974180" cy="3043389"/>
          </a:xfrm>
          <a:prstGeom prst="rect"/>
        </p:spPr>
      </p:pic>
      <p:sp>
        <p:nvSpPr>
          <p:cNvPr id="1048586" name="Text Box 1048597"/>
          <p:cNvSpPr txBox="1"/>
          <p:nvPr/>
        </p:nvSpPr>
        <p:spPr>
          <a:xfrm>
            <a:off x="1981260" y="4191815"/>
            <a:ext cx="7414138" cy="2186940"/>
          </a:xfrm>
          <a:prstGeom prst="rect"/>
          <a:solidFill>
            <a:srgbClr val="FFFFFF"/>
          </a:solidFill>
          <a:ln w="25400">
            <a:solidFill>
              <a:srgbClr val="D66565"/>
            </a:solidFill>
            <a:prstDash val="solid"/>
          </a:ln>
        </p:spPr>
        <p:txBody>
          <a:bodyPr rtlCol="0" wrap="square">
            <a:spAutoFit/>
          </a:bodyPr>
          <a:p>
            <a:r>
              <a:rPr sz="2800" lang="en-IN">
                <a:solidFill>
                  <a:srgbClr val="000000"/>
                </a:solidFill>
              </a:rPr>
              <a:t>SCHOOL OF INFORMATICS 
DEPARTMENT OF COMPUTER SCIENCE 
COURSE ADVANCED </a:t>
            </a:r>
            <a:r>
              <a:rPr altLang="en-IN" sz="2800" lang="en-US">
                <a:solidFill>
                  <a:srgbClr val="000000"/>
                </a:solidFill>
              </a:rPr>
              <a:t>DATABASE</a:t>
            </a:r>
            <a:endParaRPr sz="2800" lang="en-IN">
              <a:solidFill>
                <a:srgbClr val="000000"/>
              </a:solidFill>
            </a:endParaRPr>
          </a:p>
          <a:p>
            <a:endParaRPr sz="2800" lang="en-IN">
              <a:solidFill>
                <a:srgbClr val="000000"/>
              </a:solidFill>
            </a:endParaRPr>
          </a:p>
          <a:p>
            <a:r>
              <a:rPr altLang="en-IN" b="1" sz="2800" lang="en-US">
                <a:solidFill>
                  <a:srgbClr val="3399FF"/>
                </a:solidFill>
              </a:rPr>
              <a:t>NAME</a:t>
            </a:r>
            <a:r>
              <a:rPr altLang="en-IN" b="1" sz="2800" lang="en-US">
                <a:solidFill>
                  <a:srgbClr val="3399FF"/>
                </a:solidFill>
              </a:rPr>
              <a:t> </a:t>
            </a:r>
            <a:r>
              <a:rPr altLang="en-IN" b="1" sz="2800" lang="en-US">
                <a:solidFill>
                  <a:srgbClr val="3399FF"/>
                </a:solidFill>
              </a:rPr>
              <a:t>TIGIST</a:t>
            </a:r>
            <a:r>
              <a:rPr altLang="en-IN" b="1" sz="2800" lang="en-US">
                <a:solidFill>
                  <a:srgbClr val="3399FF"/>
                </a:solidFill>
              </a:rPr>
              <a:t> </a:t>
            </a:r>
            <a:r>
              <a:rPr altLang="en-IN" b="1" sz="2800" lang="en-US">
                <a:solidFill>
                  <a:srgbClr val="3399FF"/>
                </a:solidFill>
              </a:rPr>
              <a:t>WOLDE</a:t>
            </a:r>
            <a:endParaRPr b="1" sz="2800" lang="en-IN">
              <a:solidFill>
                <a:srgbClr val="3399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1048593" name="Content Placeholder 2"/>
          <p:cNvSpPr>
            <a:spLocks noGrp="1"/>
          </p:cNvSpPr>
          <p:nvPr>
            <p:ph idx="1"/>
          </p:nvPr>
        </p:nvSpPr>
        <p:spPr/>
        <p:txBody>
          <a:bodyPr>
            <a:normAutofit fontScale="81250" lnSpcReduction="20000"/>
          </a:bodyPr>
          <a:p>
            <a:r>
              <a:rPr b="1" dirty="0" lang="en-US">
                <a:solidFill>
                  <a:srgbClr val="92D050"/>
                </a:solidFill>
              </a:rPr>
              <a:t>INTRODUCTION</a:t>
            </a:r>
            <a:endParaRPr dirty="0" lang="en-US">
              <a:solidFill>
                <a:srgbClr val="92D050"/>
              </a:solidFill>
            </a:endParaRPr>
          </a:p>
          <a:p>
            <a:pPr indent="0" marL="0">
              <a:buNone/>
            </a:pPr>
            <a:r>
              <a:rPr dirty="0" lang="en-US" smtClean="0"/>
              <a:t> A </a:t>
            </a:r>
            <a:r>
              <a:rPr dirty="0" lang="en-US"/>
              <a:t>Hospital Management System (HMS) is an integrated software solution designed to streamline the operational, administrative, and clinical functions of a hospital. It serves as a centralized platform to manage vital hospital activities such as patient records, doctor information, appointments, diagnoses, and treatments. By digitizing and automating key hospital processes, the system enhances efficiency, reduces errors, and improves the overall quality of healthcare services. In the modern healthcare environment, where timely access to accurate information is crucial, an HMS plays a critical role in ensuring seamless coordination between different hospital departments.</a:t>
            </a:r>
            <a:endParaRPr dirty="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1048594" name="Content Placeholder 2"/>
          <p:cNvSpPr>
            <a:spLocks noGrp="1"/>
          </p:cNvSpPr>
          <p:nvPr>
            <p:ph idx="1"/>
          </p:nvPr>
        </p:nvSpPr>
        <p:spPr/>
        <p:txBody>
          <a:bodyPr>
            <a:normAutofit fontScale="81250" lnSpcReduction="20000"/>
          </a:bodyPr>
          <a:p>
            <a:r>
              <a:rPr b="1" dirty="0" lang="en-US">
                <a:solidFill>
                  <a:srgbClr val="92D050"/>
                </a:solidFill>
              </a:rPr>
              <a:t>Purpose</a:t>
            </a:r>
            <a:endParaRPr dirty="0" lang="en-US">
              <a:solidFill>
                <a:srgbClr val="92D050"/>
              </a:solidFill>
            </a:endParaRPr>
          </a:p>
          <a:p>
            <a:r>
              <a:rPr dirty="0" lang="en-US"/>
              <a:t>The main purpose of this project is to design and implement a database-driven Hospital Management System that:</a:t>
            </a:r>
            <a:endParaRPr dirty="0" lang="en-US"/>
          </a:p>
          <a:p>
            <a:r>
              <a:rPr dirty="0" lang="en-US"/>
              <a:t>Organizes and stores patient, doctor, and treatment records systematically.</a:t>
            </a:r>
            <a:endParaRPr dirty="0" lang="en-US"/>
          </a:p>
          <a:p>
            <a:r>
              <a:rPr dirty="0" lang="en-US"/>
              <a:t>Facilitates smooth appointment scheduling between patients and doctors.</a:t>
            </a:r>
            <a:endParaRPr dirty="0" lang="en-US"/>
          </a:p>
          <a:p>
            <a:r>
              <a:rPr dirty="0" lang="en-US"/>
              <a:t>Tracks diagnoses and treatment histories accurately.</a:t>
            </a:r>
            <a:endParaRPr dirty="0" lang="en-US"/>
          </a:p>
          <a:p>
            <a:r>
              <a:rPr dirty="0" lang="en-US"/>
              <a:t>Ensures data consistency and accessibility for better hospital decision-making.</a:t>
            </a:r>
            <a:endParaRPr dirty="0" lang="en-US"/>
          </a:p>
          <a:p>
            <a:r>
              <a:rPr dirty="0" lang="en-US"/>
              <a:t>Reduces manual paperwork, administrative burden, and human error.</a:t>
            </a:r>
            <a:endParaRPr dirty="0" lang="en-US"/>
          </a:p>
          <a:p>
            <a:endParaRPr dirty="0"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1048595" name="Content Placeholder 2"/>
          <p:cNvSpPr>
            <a:spLocks noGrp="1"/>
          </p:cNvSpPr>
          <p:nvPr>
            <p:ph idx="1"/>
          </p:nvPr>
        </p:nvSpPr>
        <p:spPr/>
        <p:txBody>
          <a:bodyPr>
            <a:normAutofit fontScale="71875" lnSpcReduction="20000"/>
          </a:bodyPr>
          <a:p>
            <a:r>
              <a:rPr b="1" dirty="0" lang="en-US">
                <a:solidFill>
                  <a:srgbClr val="92D050"/>
                </a:solidFill>
              </a:rPr>
              <a:t>Significance</a:t>
            </a:r>
            <a:endParaRPr dirty="0" lang="en-US">
              <a:solidFill>
                <a:srgbClr val="92D050"/>
              </a:solidFill>
            </a:endParaRPr>
          </a:p>
          <a:p>
            <a:r>
              <a:rPr dirty="0" lang="en-US"/>
              <a:t>This project is significant for several reasons:</a:t>
            </a:r>
            <a:endParaRPr dirty="0" lang="en-US"/>
          </a:p>
          <a:p>
            <a:r>
              <a:rPr b="1" dirty="0" lang="en-US"/>
              <a:t>Improved Patient Care</a:t>
            </a:r>
            <a:r>
              <a:rPr dirty="0" lang="en-US"/>
              <a:t>: Doctors can quickly access patient histories, leading to faster and better treatment decisions.</a:t>
            </a:r>
            <a:endParaRPr dirty="0" lang="en-US"/>
          </a:p>
          <a:p>
            <a:r>
              <a:rPr b="1" dirty="0" lang="en-US"/>
              <a:t>Operational Efficiency</a:t>
            </a:r>
            <a:r>
              <a:rPr dirty="0" lang="en-US"/>
              <a:t>: Automates routine tasks, saving time and resources for hospital staff.</a:t>
            </a:r>
            <a:endParaRPr dirty="0" lang="en-US"/>
          </a:p>
          <a:p>
            <a:r>
              <a:rPr b="1" dirty="0" lang="en-US"/>
              <a:t>Data Integrity</a:t>
            </a:r>
            <a:r>
              <a:rPr dirty="0" lang="en-US"/>
              <a:t>: Maintains a consistent and error-free database for all medical records.</a:t>
            </a:r>
            <a:endParaRPr dirty="0" lang="en-US"/>
          </a:p>
          <a:p>
            <a:r>
              <a:rPr b="1" dirty="0" lang="en-US"/>
              <a:t>Real-Time Access</a:t>
            </a:r>
            <a:r>
              <a:rPr dirty="0" lang="en-US"/>
              <a:t>: Enables real-time tracking of appointments, treatments, and diagnoses.</a:t>
            </a:r>
            <a:endParaRPr dirty="0" lang="en-US"/>
          </a:p>
          <a:p>
            <a:r>
              <a:rPr b="1" dirty="0" lang="en-US"/>
              <a:t>Scalability</a:t>
            </a:r>
            <a:r>
              <a:rPr dirty="0" lang="en-US"/>
              <a:t>: The system can be expanded in the future to support billing, pharmacy, lab tests, and more</a:t>
            </a:r>
            <a:r>
              <a:rPr dirty="0" lang="en-US" smtClean="0"/>
              <a:t>.</a:t>
            </a:r>
            <a:endParaRPr dirty="0" lang="en-US" smtClean="0"/>
          </a:p>
          <a:p>
            <a:r>
              <a:rPr b="1" dirty="0" lang="en-US"/>
              <a:t>Support for Research:</a:t>
            </a:r>
            <a:r>
              <a:rPr dirty="0" lang="en-US"/>
              <a:t> Data collected can be used to analyze health trends, manage resources, and improve services.</a:t>
            </a:r>
            <a:endParaRPr dirty="0" lang="en-US"/>
          </a:p>
          <a:p>
            <a:endParaRPr dirty="0" lang="en-US"/>
          </a:p>
          <a:p>
            <a:pPr indent="0" marL="0">
              <a:buNone/>
            </a:pPr>
            <a:endParaRPr dirty="0"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64" name=""/>
        <p:cNvGrpSpPr/>
        <p:nvPr/>
      </p:nvGrpSpPr>
      <p:grpSpPr>
        <a:xfrm/>
      </p:grpSpPr>
      <p:sp>
        <p:nvSpPr>
          <p:cNvPr id="1048596" name="Text Box 3"/>
          <p:cNvSpPr txBox="1"/>
          <p:nvPr/>
        </p:nvSpPr>
        <p:spPr>
          <a:xfrm>
            <a:off x="1524635" y="838200"/>
            <a:ext cx="5601335" cy="4821555"/>
          </a:xfrm>
          <a:prstGeom prst="rect"/>
          <a:noFill/>
        </p:spPr>
        <p:txBody>
          <a:bodyPr anchor="t" rtlCol="0" wrap="square">
            <a:noAutofit/>
          </a:bodyPr>
          <a:p>
            <a:r>
              <a:rPr altLang="en-US" sz="3200" lang="en-US">
                <a:solidFill>
                  <a:srgbClr val="FF0000"/>
                </a:solidFill>
                <a:sym typeface="+mn-ea"/>
              </a:rPr>
              <a:t>3. Database Implementation</a:t>
            </a:r>
            <a:endParaRPr altLang="en-US" sz="3200" lang="en-US">
              <a:solidFill>
                <a:srgbClr val="FF0000"/>
              </a:solidFill>
              <a:sym typeface="+mn-ea"/>
            </a:endParaRPr>
          </a:p>
          <a:p>
            <a:endParaRPr altLang="en-US" sz="3200" lang="en-US">
              <a:solidFill>
                <a:srgbClr val="FF0000"/>
              </a:solidFill>
            </a:endParaRPr>
          </a:p>
          <a:p>
            <a:r>
              <a:rPr altLang="en-US" sz="2400" i="1" lang="en-US">
                <a:highlight>
                  <a:srgbClr val="FFFF00"/>
                </a:highlight>
                <a:sym typeface="+mn-ea"/>
              </a:rPr>
              <a:t>•  Relational Schema:</a:t>
            </a:r>
            <a:endParaRPr altLang="en-US" sz="2400" i="1" lang="en-US">
              <a:highlight>
                <a:srgbClr val="FFFF00"/>
              </a:highlight>
              <a:sym typeface="+mn-ea"/>
            </a:endParaRPr>
          </a:p>
          <a:p>
            <a:endParaRPr altLang="en-US" lang="en-US"/>
          </a:p>
          <a:p>
            <a:endParaRPr altLang="en-US" lang="en-US"/>
          </a:p>
          <a:p>
            <a:r>
              <a:rPr altLang="en-US" lang="en-US">
                <a:sym typeface="+mn-ea"/>
              </a:rPr>
              <a:t>  •  Doctors:</a:t>
            </a:r>
            <a:endParaRPr altLang="en-US" lang="en-US"/>
          </a:p>
          <a:p>
            <a:r>
              <a:rPr altLang="en-US" lang="en-US">
                <a:sym typeface="+mn-ea"/>
              </a:rPr>
              <a:t>    *  DoctorID (PK)</a:t>
            </a:r>
            <a:endParaRPr altLang="en-US" lang="en-US"/>
          </a:p>
          <a:p>
            <a:r>
              <a:rPr altLang="en-US" lang="en-US">
                <a:sym typeface="+mn-ea"/>
              </a:rPr>
              <a:t>    *  DoctorName</a:t>
            </a:r>
            <a:endParaRPr altLang="en-US" lang="en-US"/>
          </a:p>
          <a:p>
            <a:r>
              <a:rPr altLang="en-US" lang="en-US">
                <a:sym typeface="+mn-ea"/>
              </a:rPr>
              <a:t>    *  Specialization</a:t>
            </a:r>
            <a:endParaRPr altLang="en-US" lang="en-US"/>
          </a:p>
          <a:p>
            <a:r>
              <a:rPr altLang="en-US" lang="en-US">
                <a:sym typeface="+mn-ea"/>
              </a:rPr>
              <a:t>    *  ConsultationLimit</a:t>
            </a:r>
            <a:endParaRPr altLang="en-US" lang="en-US"/>
          </a:p>
          <a:p>
            <a:r>
              <a:rPr altLang="en-US" lang="en-US">
                <a:sym typeface="+mn-ea"/>
              </a:rPr>
              <a:t>  •  Patients:</a:t>
            </a:r>
            <a:endParaRPr altLang="en-US" lang="en-US"/>
          </a:p>
          <a:p>
            <a:r>
              <a:rPr altLang="en-US" lang="en-US">
                <a:sym typeface="+mn-ea"/>
              </a:rPr>
              <a:t>    *  PatientID (PK)</a:t>
            </a:r>
            <a:endParaRPr altLang="en-US" lang="en-US"/>
          </a:p>
          <a:p>
            <a:r>
              <a:rPr altLang="en-US" lang="en-US">
                <a:sym typeface="+mn-ea"/>
              </a:rPr>
              <a:t>    *  PatientName</a:t>
            </a:r>
            <a:endParaRPr altLang="en-US" lang="en-US"/>
          </a:p>
          <a:p>
            <a:r>
              <a:rPr altLang="en-US" lang="en-US">
                <a:sym typeface="+mn-ea"/>
              </a:rPr>
              <a:t>    *  AdmissionDate</a:t>
            </a:r>
            <a:endParaRPr altLang="en-US" lang="en-US">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65" name=""/>
        <p:cNvGrpSpPr/>
        <p:nvPr/>
      </p:nvGrpSpPr>
      <p:grpSpPr>
        <a:xfrm/>
      </p:grpSpPr>
      <p:sp>
        <p:nvSpPr>
          <p:cNvPr id="1048597" name="Content Placeholder 2"/>
          <p:cNvSpPr>
            <a:spLocks noGrp="1"/>
          </p:cNvSpPr>
          <p:nvPr>
            <p:ph idx="1"/>
          </p:nvPr>
        </p:nvSpPr>
        <p:spPr>
          <a:xfrm>
            <a:off x="457200" y="381000"/>
            <a:ext cx="8229600" cy="5481320"/>
          </a:xfrm>
        </p:spPr>
        <p:txBody>
          <a:bodyPr/>
          <a:p>
            <a:r>
              <a:rPr altLang="en-US" lang="en-US">
                <a:sym typeface="+mn-ea"/>
              </a:rPr>
              <a:t>•  Appointments:</a:t>
            </a:r>
            <a:endParaRPr altLang="en-US" lang="en-US"/>
          </a:p>
          <a:p>
            <a:r>
              <a:rPr altLang="en-US" lang="en-US">
                <a:sym typeface="+mn-ea"/>
              </a:rPr>
              <a:t>    *  AppointmentID (PK)</a:t>
            </a:r>
            <a:endParaRPr altLang="en-US" lang="en-US"/>
          </a:p>
          <a:p>
            <a:r>
              <a:rPr altLang="en-US" lang="en-US">
                <a:sym typeface="+mn-ea"/>
              </a:rPr>
              <a:t>    *  DoctorID (FK references Doctors.DoctorID)</a:t>
            </a:r>
            <a:endParaRPr altLang="en-US" lang="en-US"/>
          </a:p>
          <a:p>
            <a:r>
              <a:rPr altLang="en-US" lang="en-US">
                <a:sym typeface="+mn-ea"/>
              </a:rPr>
              <a:t>    *  PatientID (FK references Patients.PatientID)</a:t>
            </a:r>
            <a:endParaRPr altLang="en-US" lang="en-US"/>
          </a:p>
          <a:p>
            <a:r>
              <a:rPr altLang="en-US" lang="en-US">
                <a:sym typeface="+mn-ea"/>
              </a:rPr>
              <a:t>    *  AppointmentDate</a:t>
            </a:r>
            <a:endParaRPr altLang="en-US" lang="en-US"/>
          </a:p>
          <a:p>
            <a:endParaRPr altLang="en-US" lang="en-US"/>
          </a:p>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66" name=""/>
        <p:cNvGrpSpPr/>
        <p:nvPr/>
      </p:nvGrpSpPr>
      <p:grpSpPr>
        <a:xfrm/>
      </p:grpSpPr>
      <p:sp>
        <p:nvSpPr>
          <p:cNvPr id="1048598" name="Content Placeholder 2"/>
          <p:cNvSpPr>
            <a:spLocks noGrp="1"/>
          </p:cNvSpPr>
          <p:nvPr>
            <p:ph idx="1"/>
          </p:nvPr>
        </p:nvSpPr>
        <p:spPr>
          <a:xfrm>
            <a:off x="457835" y="76200"/>
            <a:ext cx="8229600" cy="6489065"/>
          </a:xfrm>
        </p:spPr>
        <p:txBody>
          <a:bodyPr/>
          <a:p>
            <a:r>
              <a:rPr altLang="en-US" lang="en-US">
                <a:sym typeface="+mn-ea"/>
              </a:rPr>
              <a:t> •  Diagnoses:</a:t>
            </a:r>
            <a:endParaRPr altLang="en-US" lang="en-US"/>
          </a:p>
          <a:p>
            <a:r>
              <a:rPr altLang="en-US" lang="en-US">
                <a:sym typeface="+mn-ea"/>
              </a:rPr>
              <a:t>    *  DiagnosisID (PK)</a:t>
            </a:r>
            <a:endParaRPr altLang="en-US" lang="en-US"/>
          </a:p>
          <a:p>
            <a:r>
              <a:rPr altLang="en-US" lang="en-US">
                <a:sym typeface="+mn-ea"/>
              </a:rPr>
              <a:t>    *  PatientID (FK references Patients.PatientID)</a:t>
            </a:r>
            <a:endParaRPr altLang="en-US" lang="en-US"/>
          </a:p>
          <a:p>
            <a:r>
              <a:rPr altLang="en-US" lang="en-US">
                <a:sym typeface="+mn-ea"/>
              </a:rPr>
              <a:t>    *  Disease</a:t>
            </a:r>
            <a:endParaRPr altLang="en-US" lang="en-US"/>
          </a:p>
          <a:p>
            <a:r>
              <a:rPr altLang="en-US" lang="en-US">
                <a:sym typeface="+mn-ea"/>
              </a:rPr>
              <a:t>  •  Treatments:</a:t>
            </a:r>
            <a:endParaRPr altLang="en-US" lang="en-US"/>
          </a:p>
          <a:p>
            <a:r>
              <a:rPr altLang="en-US" lang="en-US">
                <a:sym typeface="+mn-ea"/>
              </a:rPr>
              <a:t>    *  TreatmentID (PK)</a:t>
            </a:r>
            <a:endParaRPr altLang="en-US" lang="en-US"/>
          </a:p>
          <a:p>
            <a:r>
              <a:rPr altLang="en-US" lang="en-US">
                <a:sym typeface="+mn-ea"/>
              </a:rPr>
              <a:t>    *  DiagnosisID (FK references Diagnoses.DiagnosisID)</a:t>
            </a:r>
            <a:endParaRPr altLang="en-US" lang="en-US"/>
          </a:p>
          <a:p>
            <a:r>
              <a:rPr altLang="en-US" lang="en-US">
                <a:sym typeface="+mn-ea"/>
              </a:rPr>
              <a:t>    *  TreatmentName</a:t>
            </a:r>
            <a:endParaRPr altLang="en-US" lang="en-US"/>
          </a:p>
          <a:p>
            <a:r>
              <a:rPr altLang="en-US" lang="en-US">
                <a:sym typeface="+mn-ea"/>
              </a:rPr>
              <a:t>    *  ServiceCharge</a:t>
            </a:r>
            <a:endParaRPr altLang="en-US" lang="en-US"/>
          </a:p>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599" name="Content Placeholder 1048602"/>
          <p:cNvSpPr>
            <a:spLocks noGrp="1"/>
          </p:cNvSpPr>
          <p:nvPr>
            <p:ph idx="1"/>
          </p:nvPr>
        </p:nvSpPr>
        <p:spPr>
          <a:xfrm>
            <a:off x="457200" y="257619"/>
            <a:ext cx="8229600" cy="5868544"/>
          </a:xfrm>
        </p:spPr>
        <p:txBody>
          <a:bodyPr/>
          <a:p>
            <a:pPr algn="l"/>
            <a:r>
              <a:rPr b="1" lang="en-US">
                <a:solidFill>
                  <a:srgbClr val="FF0000"/>
                </a:solidFill>
                <a:sym typeface="+mn-ea"/>
              </a:rPr>
              <a:t>Database Diagrams</a:t>
            </a:r>
            <a:endParaRPr altLang="en-IN" lang="en-US">
              <a:solidFill>
                <a:srgbClr val="00B0F0"/>
              </a:solidFill>
            </a:endParaRPr>
          </a:p>
        </p:txBody>
      </p:sp>
      <p:pic>
        <p:nvPicPr>
          <p:cNvPr id="2097155" name="Picture 2097157"/>
          <p:cNvPicPr>
            <a:picLocks/>
          </p:cNvPicPr>
          <p:nvPr/>
        </p:nvPicPr>
        <p:blipFill>
          <a:blip xmlns:r="http://schemas.openxmlformats.org/officeDocument/2006/relationships" r:embed="rId1"/>
          <a:stretch>
            <a:fillRect/>
          </a:stretch>
        </p:blipFill>
        <p:spPr>
          <a:xfrm>
            <a:off x="732873" y="1804645"/>
            <a:ext cx="7822424" cy="4291912"/>
          </a:xfrm>
          <a:prstGeom prst="rec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68" name=""/>
        <p:cNvGrpSpPr/>
        <p:nvPr/>
      </p:nvGrpSpPr>
      <p:grpSpPr>
        <a:xfrm>
          <a:off x="0" y="0"/>
          <a:ext cx="0" cy="0"/>
          <a:chOff x="0" y="0"/>
          <a:chExt cx="0" cy="0"/>
        </a:xfrm>
      </p:grpSpPr>
      <p:sp>
        <p:nvSpPr>
          <p:cNvPr id="1048600" name="Content Placeholder 1048603"/>
          <p:cNvSpPr>
            <a:spLocks noGrp="1"/>
          </p:cNvSpPr>
          <p:nvPr>
            <p:ph idx="1"/>
          </p:nvPr>
        </p:nvSpPr>
        <p:spPr>
          <a:xfrm>
            <a:off x="305099" y="228819"/>
            <a:ext cx="8600775" cy="6505648"/>
          </a:xfrm>
        </p:spPr>
        <p:txBody>
          <a:bodyPr>
            <a:normAutofit fontScale="96875" lnSpcReduction="20000"/>
          </a:bodyPr>
          <a:p>
            <a:r>
              <a:rPr altLang="en-IN" b="1" sz="4265" lang="en-US">
                <a:solidFill>
                  <a:srgbClr val="00B0F0"/>
                </a:solidFill>
              </a:rPr>
              <a:t>Data type and constraints</a:t>
            </a:r>
            <a:endParaRPr b="1" sz="4265" lang="en-IN">
              <a:solidFill>
                <a:srgbClr val="00B0F0"/>
              </a:solidFill>
            </a:endParaRPr>
          </a:p>
          <a:p>
            <a:pPr indent="0" marL="0">
              <a:buNone/>
            </a:pPr>
            <a:r>
              <a:rPr altLang="en-US" lang="en-US">
                <a:sym typeface="+mn-ea"/>
              </a:rPr>
              <a:t>| Table     | Column      | Data Type  | Constraints   |   Description                                          |</a:t>
            </a:r>
            <a:endParaRPr altLang="en-US" lang="en-US"/>
          </a:p>
          <a:p>
            <a:pPr indent="0" marL="0">
              <a:buNone/>
            </a:pPr>
            <a:r>
              <a:rPr altLang="en-US" lang="en-US">
                <a:sym typeface="+mn-ea"/>
              </a:rPr>
              <a:t>  | ------------- | ----------------- | ------------ | -------------------------------------------- | --------------------------------------------------------------------------------------- |</a:t>
            </a:r>
            <a:endParaRPr altLang="en-US" lang="en-US"/>
          </a:p>
          <a:p>
            <a:pPr indent="0" marL="0">
              <a:buNone/>
            </a:pPr>
            <a:r>
              <a:rPr altLang="en-US" lang="en-US">
                <a:sym typeface="+mn-ea"/>
              </a:rPr>
              <a:t>  | Doctors    | DoctorID     | INT     | PRIMARY KEY, NOT NULL, AUTO_INCREMENT (if applicable) | Unique identifier for each doctor</a:t>
            </a:r>
            <a:endParaRPr altLang="en-US" lang="en-US">
              <a:sym typeface="+mn-ea"/>
            </a:endParaRPr>
          </a:p>
          <a:p>
            <a:pPr indent="0" marL="0">
              <a:buNone/>
            </a:pPr>
            <a:r>
              <a:rPr altLang="en-US" lang="en-US">
                <a:sym typeface="+mn-ea"/>
              </a:rPr>
              <a:t>                            |</a:t>
            </a:r>
            <a:endParaRPr altLang="en-US" lang="en-US"/>
          </a:p>
          <a:p>
            <a:pPr indent="0" marL="0">
              <a:buNone/>
            </a:pPr>
            <a:r>
              <a:rPr altLang="en-US" lang="en-US">
                <a:sym typeface="+mn-ea"/>
              </a:rPr>
              <a:t>  | Doctors    | DoctorName    | VARCHAR(255) | NOT NULL                   | Name of the doctor                                   |</a:t>
            </a:r>
            <a:endParaRPr altLang="en-US" lang="en-US"/>
          </a:p>
          <a:p>
            <a:pPr indent="0" marL="0">
              <a:buNone/>
            </a:pP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sp>
        <p:nvSpPr>
          <p:cNvPr id="1048601" name="Content Placeholder 1048604"/>
          <p:cNvSpPr>
            <a:spLocks noGrp="1"/>
          </p:cNvSpPr>
          <p:nvPr>
            <p:ph idx="1"/>
          </p:nvPr>
        </p:nvSpPr>
        <p:spPr>
          <a:xfrm>
            <a:off x="101600" y="335280"/>
            <a:ext cx="9042400" cy="6344920"/>
          </a:xfrm>
        </p:spPr>
        <p:txBody>
          <a:bodyPr>
            <a:normAutofit fontScale="81250" lnSpcReduction="20000"/>
          </a:bodyPr>
          <a:p>
            <a:pPr indent="0" marL="0">
              <a:buNone/>
            </a:pPr>
            <a:r>
              <a:rPr altLang="en-US" lang="en-US">
                <a:sym typeface="+mn-ea"/>
              </a:rPr>
              <a:t>| Doctors    | Specialization  | VARCHAR(255) | NOT NULL                   | Doctor's area of specialization (e.g., Cardiology, Neurology)</a:t>
            </a:r>
            <a:endParaRPr altLang="en-US" lang="en-US">
              <a:sym typeface="+mn-ea"/>
            </a:endParaRPr>
          </a:p>
          <a:p>
            <a:pPr indent="0" marL="0">
              <a:buNone/>
            </a:pPr>
            <a:r>
              <a:rPr altLang="en-US" lang="en-US">
                <a:sym typeface="+mn-ea"/>
              </a:rPr>
              <a:t>              |</a:t>
            </a:r>
            <a:endParaRPr altLang="en-US" lang="en-US"/>
          </a:p>
          <a:p>
            <a:pPr indent="0" marL="0">
              <a:buNone/>
            </a:pPr>
            <a:r>
              <a:rPr altLang="en-US" lang="en-US">
                <a:sym typeface="+mn-ea"/>
              </a:rPr>
              <a:t>  | Doctors    | ConsultationLimit | INT     | NOT NULL, CHECK (ConsultationLimit &gt; 0)  | Maximum number of consultations a doctor can handle (ensures a positive number)     |</a:t>
            </a:r>
            <a:endParaRPr altLang="en-US" lang="en-US">
              <a:sym typeface="+mn-ea"/>
            </a:endParaRPr>
          </a:p>
          <a:p>
            <a:pPr indent="0" marL="0">
              <a:buNone/>
            </a:pPr>
            <a:endParaRPr altLang="en-US" lang="en-US"/>
          </a:p>
          <a:p>
            <a:pPr indent="0" marL="0">
              <a:buNone/>
            </a:pPr>
            <a:r>
              <a:rPr altLang="en-US" lang="en-US">
                <a:sym typeface="+mn-ea"/>
              </a:rPr>
              <a:t>  | Patients   | PatientID     | INT     | PRIMARY KEY, NOT NULL, AUTO_INCREMENT (if applicable) | Unique identifier for each patient </a:t>
            </a:r>
            <a:endParaRPr altLang="en-US" lang="en-US">
              <a:sym typeface="+mn-ea"/>
            </a:endParaRPr>
          </a:p>
          <a:p>
            <a:pPr indent="0" marL="0">
              <a:buNone/>
            </a:pPr>
            <a:r>
              <a:rPr altLang="en-US" lang="en-US">
                <a:sym typeface="+mn-ea"/>
              </a:rPr>
              <a:t>  </a:t>
            </a:r>
            <a:endParaRPr altLang="en-US" lang="en-US">
              <a:sym typeface="+mn-ea"/>
            </a:endParaRPr>
          </a:p>
          <a:p>
            <a:pPr indent="0" marL="0">
              <a:buNone/>
            </a:pPr>
            <a:r>
              <a:rPr altLang="en-US" lang="en-US">
                <a:sym typeface="+mn-ea"/>
              </a:rPr>
              <a:t>               | Patients   | PatientName    | VARCHAR(255) | NOT NULL                   | Name of the patient                                   |</a:t>
            </a:r>
            <a:endParaRPr altLang="en-US" lang="en-US">
              <a:sym typeface="+mn-ea"/>
            </a:endParaRPr>
          </a:p>
          <a:p>
            <a:pPr indent="0" marL="0">
              <a:buNone/>
            </a:pPr>
            <a:endParaRPr altLang="en-US" lang="en-US"/>
          </a:p>
          <a:p>
            <a:pPr indent="0" marL="0">
              <a:buNone/>
            </a:pPr>
            <a:r>
              <a:rPr altLang="en-US" lang="en-US">
                <a:sym typeface="+mn-ea"/>
              </a:rPr>
              <a:t>  | Patients   | AdmissionDate   | DATE     | NOT NULL                   | Date when the patient was admitted to the hospital                   |</a:t>
            </a:r>
            <a:endParaRPr altLang="en-US" lang="en-US"/>
          </a:p>
          <a:p>
            <a:pPr indent="0" marL="0">
              <a:buNone/>
            </a:pPr>
            <a:r>
              <a:rPr altLang="en-US" lang="en-US">
                <a:sym typeface="+mn-ea"/>
              </a:rPr>
              <a:t>         |</a:t>
            </a:r>
            <a:endParaRPr altLang="en-US" lang="en-US">
              <a:sym typeface="+mn-ea"/>
            </a:endParaRPr>
          </a:p>
          <a:p>
            <a:pPr indent="0" marL="0">
              <a:buNone/>
            </a:pP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602" name="Content Placeholder 1048605"/>
          <p:cNvSpPr>
            <a:spLocks noGrp="1"/>
          </p:cNvSpPr>
          <p:nvPr>
            <p:ph idx="1"/>
          </p:nvPr>
        </p:nvSpPr>
        <p:spPr>
          <a:xfrm>
            <a:off x="234493" y="380769"/>
            <a:ext cx="8452306" cy="6667431"/>
          </a:xfrm>
        </p:spPr>
        <p:txBody>
          <a:bodyPr>
            <a:normAutofit/>
          </a:bodyPr>
          <a:p>
            <a:pPr indent="0" marL="0">
              <a:buNone/>
            </a:pPr>
            <a:r>
              <a:rPr altLang="en-US" sz="1860" lang="en-US">
                <a:sym typeface="+mn-ea"/>
              </a:rPr>
              <a:t>  | Appointments | AppointmentID   | INT     | PRIMARY KEY, NOT NULL, AUTO_INCREMENT (if applicable) | Unique identifier for each appointment                         |</a:t>
            </a:r>
            <a:endParaRPr altLang="en-US" sz="1860" lang="en-US">
              <a:sym typeface="+mn-ea"/>
            </a:endParaRPr>
          </a:p>
          <a:p>
            <a:pPr indent="0" marL="0">
              <a:buNone/>
            </a:pPr>
            <a:endParaRPr altLang="en-US" sz="1860" lang="en-US"/>
          </a:p>
          <a:p>
            <a:pPr indent="0" marL="0">
              <a:buNone/>
            </a:pPr>
            <a:r>
              <a:rPr altLang="en-US" sz="1860" lang="en-US">
                <a:sym typeface="+mn-ea"/>
              </a:rPr>
              <a:t>  | Appointments | DoctorID     | INT     | NOT NULL, FOREIGN KEY (references Doctors.DoctorID) | ID of the doctor for the appointment                         |</a:t>
            </a:r>
            <a:endParaRPr altLang="en-US" sz="1860" lang="en-US">
              <a:sym typeface="+mn-ea"/>
            </a:endParaRPr>
          </a:p>
          <a:p>
            <a:pPr indent="0" marL="0">
              <a:buNone/>
            </a:pPr>
            <a:endParaRPr altLang="en-US" sz="1860" lang="en-US"/>
          </a:p>
          <a:p>
            <a:pPr indent="0" marL="0">
              <a:buNone/>
            </a:pPr>
            <a:r>
              <a:rPr altLang="en-US" sz="1860" lang="en-US">
                <a:sym typeface="+mn-ea"/>
              </a:rPr>
              <a:t>  | Appointments | PatientID     | INT     | NOT NULL, FOREIGN KEY (references Patients.PatientID) | ID of the patient for the appointment                        |</a:t>
            </a:r>
            <a:endParaRPr altLang="en-US" sz="1860" lang="en-US">
              <a:sym typeface="+mn-ea"/>
            </a:endParaRPr>
          </a:p>
          <a:p>
            <a:pPr indent="0" marL="0">
              <a:buNone/>
            </a:pPr>
            <a:endParaRPr altLang="en-US" sz="1860" lang="en-US"/>
          </a:p>
          <a:p>
            <a:pPr indent="0" marL="0">
              <a:buNone/>
            </a:pPr>
            <a:r>
              <a:rPr altLang="en-US" sz="1860" lang="en-US">
                <a:sym typeface="+mn-ea"/>
              </a:rPr>
              <a:t>  | Appointments | AppointmentDate  | DATETIME   | NOT NULL                   | Date and time of the appointment                             |</a:t>
            </a:r>
            <a:endParaRPr sz="1860"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71" name=""/>
        <p:cNvGrpSpPr/>
        <p:nvPr/>
      </p:nvGrpSpPr>
      <p:grpSpPr>
        <a:xfrm/>
      </p:grpSpPr>
      <p:sp>
        <p:nvSpPr>
          <p:cNvPr id="1048603" name="Content Placeholder 2"/>
          <p:cNvSpPr>
            <a:spLocks noGrp="1"/>
          </p:cNvSpPr>
          <p:nvPr>
            <p:ph idx="1"/>
          </p:nvPr>
        </p:nvSpPr>
        <p:spPr>
          <a:xfrm>
            <a:off x="457200" y="78740"/>
            <a:ext cx="8229600" cy="6162675"/>
          </a:xfrm>
        </p:spPr>
        <p:txBody>
          <a:bodyPr/>
          <a:p>
            <a:pPr indent="0" marL="0">
              <a:buNone/>
            </a:pPr>
            <a:r>
              <a:rPr altLang="en-US" lang="en-US">
                <a:sym typeface="+mn-ea"/>
              </a:rPr>
              <a:t>| Diagnoses   | DiagnosisID    | INT     | PRIMARY KEY, NOT NULL, AUTO_INCREMENT (if applicable) | Unique identifier for each diagnosis                          |</a:t>
            </a:r>
            <a:endParaRPr altLang="en-US" lang="en-US"/>
          </a:p>
          <a:p>
            <a:pPr indent="0" marL="0">
              <a:buNone/>
            </a:pPr>
            <a:r>
              <a:rPr altLang="en-US" lang="en-US">
                <a:sym typeface="+mn-ea"/>
              </a:rPr>
              <a:t>  | Diagnoses   | PatientID     | INT     | NOT NULL, FOREIGN KEY (references Patients.PatientID) | ID of the patient who received</a:t>
            </a:r>
            <a:endParaRPr altLang="en-US" lang="en-US"/>
          </a:p>
          <a:p>
            <a:pPr indent="0" marL="0">
              <a:buNone/>
            </a:pPr>
            <a:r>
              <a:rPr altLang="en-US" lang="en-US">
                <a:sym typeface="+mn-ea"/>
              </a:rPr>
              <a:t>he diagnosis                      |</a:t>
            </a:r>
            <a:endParaRPr altLang="en-US" lang="en-US"/>
          </a:p>
          <a:p>
            <a:pPr indent="0" marL="0">
              <a:buNone/>
            </a:pPr>
            <a:r>
              <a:rPr altLang="en-US" lang="en-US">
                <a:sym typeface="+mn-ea"/>
              </a:rPr>
              <a:t>  | Diagnoses   | Disease      | VARCHAR(255) | NOT NULL                   | Name of the disease diagnosed </a:t>
            </a:r>
            <a:endParaRPr altLang="en-US" lang="en-US">
              <a:sym typeface="+mn-ea"/>
            </a:endParaRPr>
          </a:p>
          <a:p>
            <a:pPr indent="0" marL="0">
              <a:buNone/>
            </a:pP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72" name=""/>
        <p:cNvGrpSpPr/>
        <p:nvPr/>
      </p:nvGrpSpPr>
      <p:grpSpPr>
        <a:xfrm/>
      </p:grpSpPr>
      <p:sp>
        <p:nvSpPr>
          <p:cNvPr id="1048604" name="Content Placeholder 2"/>
          <p:cNvSpPr>
            <a:spLocks noGrp="1"/>
          </p:cNvSpPr>
          <p:nvPr>
            <p:ph idx="1"/>
          </p:nvPr>
        </p:nvSpPr>
        <p:spPr>
          <a:xfrm>
            <a:off x="343535" y="228600"/>
            <a:ext cx="8343900" cy="5871845"/>
          </a:xfrm>
        </p:spPr>
        <p:txBody>
          <a:bodyPr/>
          <a:p>
            <a:r>
              <a:rPr altLang="en-US" lang="en-US">
                <a:sym typeface="+mn-ea"/>
              </a:rPr>
              <a:t>  | Treatments  | TreatmentID    | INT     | PRIMARY KEY, NOT NULL, AUTO_INCREMENT (if applicable) | Unique identifier for each treatment                          |</a:t>
            </a:r>
            <a:endParaRPr altLang="en-US" lang="en-US"/>
          </a:p>
          <a:p>
            <a:r>
              <a:rPr altLang="en-US" lang="en-US">
                <a:sym typeface="+mn-ea"/>
              </a:rPr>
              <a:t>  | Treatments  | DiagnosisID    | INT     | NOT NULL, FOREIGN KEY (references Diagnoses.DiagnosisID) | ID of the diagnosis for which the treatment is being provided             </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73" name=""/>
        <p:cNvGrpSpPr/>
        <p:nvPr/>
      </p:nvGrpSpPr>
      <p:grpSpPr>
        <a:xfrm/>
      </p:grpSpPr>
      <p:sp>
        <p:nvSpPr>
          <p:cNvPr id="1048605" name="Content Placeholder 2"/>
          <p:cNvSpPr>
            <a:spLocks noGrp="1"/>
          </p:cNvSpPr>
          <p:nvPr>
            <p:ph idx="1"/>
          </p:nvPr>
        </p:nvSpPr>
        <p:spPr>
          <a:xfrm>
            <a:off x="438150" y="652145"/>
            <a:ext cx="8325485" cy="5367655"/>
          </a:xfrm>
        </p:spPr>
        <p:txBody>
          <a:bodyPr/>
          <a:p>
            <a:r>
              <a:rPr altLang="en-US" lang="en-US">
                <a:sym typeface="+mn-ea"/>
              </a:rPr>
              <a:t> | Treatments  | TreatmentName   | VARCHAR(255) | NOT NULL                   | Name of the treatment administered                             |</a:t>
            </a:r>
            <a:endParaRPr altLang="en-US" lang="en-US"/>
          </a:p>
          <a:p>
            <a:r>
              <a:rPr altLang="en-US" lang="en-US">
                <a:sym typeface="+mn-ea"/>
              </a:rPr>
              <a:t>  | Treatments  | ServiceCharge   | DECIMAL(10,2) | NOT NULL, CHECK (ServiceCharge &gt;= 0)    | Cost of the treatment (ensures a non-negative value)|</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74" name=""/>
        <p:cNvGrpSpPr/>
        <p:nvPr/>
      </p:nvGrpSpPr>
      <p:grpSpPr>
        <a:xfrm>
          <a:off x="0" y="0"/>
          <a:ext cx="0" cy="0"/>
          <a:chOff x="0" y="0"/>
          <a:chExt cx="0" cy="0"/>
        </a:xfrm>
      </p:grpSpPr>
      <p:sp>
        <p:nvSpPr>
          <p:cNvPr id="1048606" name="Content Placeholder 2"/>
          <p:cNvSpPr>
            <a:spLocks noGrp="1"/>
          </p:cNvSpPr>
          <p:nvPr>
            <p:ph idx="1"/>
          </p:nvPr>
        </p:nvSpPr>
        <p:spPr/>
        <p:txBody>
          <a:bodyPr>
            <a:normAutofit fontScale="87500" lnSpcReduction="20000"/>
          </a:bodyPr>
          <a:p>
            <a:pPr indent="0" marL="0">
              <a:buNone/>
            </a:pPr>
            <a:r>
              <a:rPr altLang="zh-CN" dirty="0" lang="en-US"/>
              <a:t> </a:t>
            </a:r>
            <a:r>
              <a:rPr altLang="zh-CN" dirty="0" lang="en-US"/>
              <a:t>          </a:t>
            </a:r>
            <a:r>
              <a:rPr altLang="zh-CN" dirty="0" lang="en-US">
                <a:solidFill>
                  <a:srgbClr val="92D050"/>
                </a:solidFill>
              </a:rPr>
              <a:t> SQL query</a:t>
            </a:r>
            <a:endParaRPr altLang="en-US" lang="zh-CN"/>
          </a:p>
          <a:p>
            <a:pPr indent="0" marL="0">
              <a:buNone/>
            </a:pPr>
            <a:r>
              <a:rPr dirty="0" lang="en-US"/>
              <a:t> </a:t>
            </a:r>
            <a:r>
              <a:rPr dirty="0" lang="en-US"/>
              <a:t> </a:t>
            </a:r>
            <a:r>
              <a:rPr altLang="en-US" dirty="0" lang="en-US"/>
              <a:t>.</a:t>
            </a:r>
            <a:r>
              <a:rPr dirty="0" lang="en-US"/>
              <a:t> </a:t>
            </a:r>
            <a:r>
              <a:rPr dirty="0" lang="en-US"/>
              <a:t>create database </a:t>
            </a:r>
            <a:r>
              <a:rPr dirty="0" lang="en-US" err="1"/>
              <a:t>HospitalManagement</a:t>
            </a:r>
            <a:r>
              <a:rPr dirty="0" lang="en-US"/>
              <a:t>;</a:t>
            </a:r>
            <a:endParaRPr altLang="en-US" lang="zh-CN"/>
          </a:p>
          <a:p>
            <a:r>
              <a:rPr dirty="0" lang="en-US"/>
              <a:t>use </a:t>
            </a:r>
            <a:r>
              <a:rPr dirty="0" lang="en-US" err="1"/>
              <a:t>HospitalManagement</a:t>
            </a:r>
            <a:r>
              <a:rPr dirty="0" lang="en-US"/>
              <a:t>;</a:t>
            </a:r>
            <a:endParaRPr dirty="0" lang="en-US"/>
          </a:p>
          <a:p>
            <a:r>
              <a:rPr dirty="0" lang="en-US"/>
              <a:t>create table Doctors ( </a:t>
            </a:r>
            <a:r>
              <a:rPr dirty="0" lang="en-US" err="1"/>
              <a:t>DoctorID</a:t>
            </a:r>
            <a:r>
              <a:rPr dirty="0" lang="en-US"/>
              <a:t> </a:t>
            </a:r>
            <a:r>
              <a:rPr dirty="0" lang="en-US" err="1"/>
              <a:t>int</a:t>
            </a:r>
            <a:r>
              <a:rPr dirty="0" lang="en-US"/>
              <a:t> primary key,</a:t>
            </a:r>
            <a:endParaRPr dirty="0" lang="en-US"/>
          </a:p>
          <a:p>
            <a:r>
              <a:rPr dirty="0" lang="en-US" err="1"/>
              <a:t>DoctorName</a:t>
            </a:r>
            <a:r>
              <a:rPr dirty="0" lang="en-US"/>
              <a:t> varchar(100),</a:t>
            </a:r>
            <a:endParaRPr dirty="0" lang="en-US"/>
          </a:p>
          <a:p>
            <a:r>
              <a:rPr dirty="0" lang="en-US"/>
              <a:t>Specialization varchar(150), </a:t>
            </a:r>
            <a:r>
              <a:rPr dirty="0" lang="en-US" err="1"/>
              <a:t>ConsulationLimit</a:t>
            </a:r>
            <a:r>
              <a:rPr dirty="0" lang="en-US"/>
              <a:t> </a:t>
            </a:r>
            <a:r>
              <a:rPr dirty="0" lang="en-US" err="1"/>
              <a:t>int</a:t>
            </a:r>
            <a:r>
              <a:rPr dirty="0" lang="en-US"/>
              <a:t>);</a:t>
            </a:r>
            <a:endParaRPr dirty="0" lang="en-US"/>
          </a:p>
          <a:p>
            <a:r>
              <a:rPr dirty="0" lang="en-US"/>
              <a:t>create table Patients(</a:t>
            </a:r>
            <a:endParaRPr dirty="0" lang="en-US"/>
          </a:p>
          <a:p>
            <a:r>
              <a:rPr dirty="0" lang="en-US" err="1"/>
              <a:t>PatientID</a:t>
            </a:r>
            <a:r>
              <a:rPr dirty="0" lang="en-US"/>
              <a:t> </a:t>
            </a:r>
            <a:r>
              <a:rPr dirty="0" lang="en-US" err="1"/>
              <a:t>int</a:t>
            </a:r>
            <a:r>
              <a:rPr dirty="0" lang="en-US"/>
              <a:t> primary key,</a:t>
            </a:r>
            <a:endParaRPr dirty="0" lang="en-US"/>
          </a:p>
          <a:p>
            <a:r>
              <a:rPr dirty="0" lang="en-US" err="1"/>
              <a:t>PatientName</a:t>
            </a:r>
            <a:r>
              <a:rPr dirty="0" lang="en-US"/>
              <a:t> varchar(100),</a:t>
            </a:r>
            <a:endParaRPr dirty="0" lang="en-US"/>
          </a:p>
          <a:p>
            <a:r>
              <a:rPr dirty="0" lang="en-US" err="1"/>
              <a:t>AdmissionDate</a:t>
            </a:r>
            <a:r>
              <a:rPr dirty="0" lang="en-US"/>
              <a:t> date</a:t>
            </a:r>
            <a:endParaRPr dirty="0" lang="en-US"/>
          </a:p>
          <a:p>
            <a:r>
              <a:rPr dirty="0" lang="en-US"/>
              <a:t>);</a:t>
            </a:r>
            <a:endParaRPr dirty="0" lang="en-US"/>
          </a:p>
          <a:p>
            <a:pPr indent="0" marL="0">
              <a:buNone/>
            </a:pPr>
            <a:endParaRPr dirty="0" lang="en-US"/>
          </a:p>
          <a:p>
            <a:pPr indent="0" marL="0">
              <a:buNone/>
            </a:pPr>
            <a:endParaRPr dirty="0" lang="en-US"/>
          </a:p>
          <a:p>
            <a:endParaRPr dirty="0"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75" name=""/>
        <p:cNvGrpSpPr/>
        <p:nvPr/>
      </p:nvGrpSpPr>
      <p:grpSpPr>
        <a:xfrm>
          <a:off x="0" y="0"/>
          <a:ext cx="0" cy="0"/>
          <a:chOff x="0" y="0"/>
          <a:chExt cx="0" cy="0"/>
        </a:xfrm>
      </p:grpSpPr>
      <p:sp>
        <p:nvSpPr>
          <p:cNvPr id="1048607" name="Content Placeholder 2"/>
          <p:cNvSpPr>
            <a:spLocks noGrp="1"/>
          </p:cNvSpPr>
          <p:nvPr>
            <p:ph idx="1"/>
          </p:nvPr>
        </p:nvSpPr>
        <p:spPr/>
        <p:txBody>
          <a:bodyPr>
            <a:normAutofit fontScale="59375" lnSpcReduction="20000"/>
          </a:bodyPr>
          <a:p>
            <a:r>
              <a:rPr dirty="0" lang="en-US"/>
              <a:t>create table Appointments (</a:t>
            </a:r>
            <a:endParaRPr dirty="0" lang="en-US"/>
          </a:p>
          <a:p>
            <a:r>
              <a:rPr dirty="0" lang="en-US" err="1"/>
              <a:t>AppointmentID</a:t>
            </a:r>
            <a:r>
              <a:rPr dirty="0" lang="en-US"/>
              <a:t> </a:t>
            </a:r>
            <a:r>
              <a:rPr dirty="0" lang="en-US" err="1"/>
              <a:t>int</a:t>
            </a:r>
            <a:r>
              <a:rPr dirty="0" lang="en-US"/>
              <a:t> primary key,</a:t>
            </a:r>
            <a:endParaRPr dirty="0" lang="en-US"/>
          </a:p>
          <a:p>
            <a:r>
              <a:rPr dirty="0" lang="en-US" err="1"/>
              <a:t>DoctorID</a:t>
            </a:r>
            <a:r>
              <a:rPr dirty="0" lang="en-US"/>
              <a:t> </a:t>
            </a:r>
            <a:r>
              <a:rPr dirty="0" lang="en-US" err="1"/>
              <a:t>int</a:t>
            </a:r>
            <a:r>
              <a:rPr dirty="0" lang="en-US"/>
              <a:t>,</a:t>
            </a:r>
            <a:endParaRPr dirty="0" lang="en-US"/>
          </a:p>
          <a:p>
            <a:r>
              <a:rPr dirty="0" lang="en-US" err="1"/>
              <a:t>PatientID</a:t>
            </a:r>
            <a:r>
              <a:rPr dirty="0" lang="en-US"/>
              <a:t> </a:t>
            </a:r>
            <a:r>
              <a:rPr dirty="0" lang="en-US" err="1"/>
              <a:t>int</a:t>
            </a:r>
            <a:r>
              <a:rPr dirty="0" lang="en-US"/>
              <a:t>,</a:t>
            </a:r>
            <a:endParaRPr dirty="0" lang="en-US"/>
          </a:p>
          <a:p>
            <a:r>
              <a:rPr dirty="0" lang="en-US" err="1"/>
              <a:t>AppointmentDate</a:t>
            </a:r>
            <a:r>
              <a:rPr dirty="0" lang="en-US"/>
              <a:t> date,</a:t>
            </a:r>
            <a:endParaRPr dirty="0" lang="en-US"/>
          </a:p>
          <a:p>
            <a:r>
              <a:rPr dirty="0" lang="en-US"/>
              <a:t>foreign key (</a:t>
            </a:r>
            <a:r>
              <a:rPr dirty="0" lang="en-US" err="1"/>
              <a:t>DoctorID</a:t>
            </a:r>
            <a:r>
              <a:rPr dirty="0" lang="en-US"/>
              <a:t>)</a:t>
            </a:r>
            <a:endParaRPr dirty="0" lang="en-US"/>
          </a:p>
          <a:p>
            <a:r>
              <a:rPr dirty="0" lang="en-US"/>
              <a:t>references Doctors(</a:t>
            </a:r>
            <a:r>
              <a:rPr dirty="0" lang="en-US" err="1"/>
              <a:t>DoctorID</a:t>
            </a:r>
            <a:r>
              <a:rPr dirty="0" lang="en-US"/>
              <a:t>),</a:t>
            </a:r>
            <a:endParaRPr dirty="0" lang="en-US"/>
          </a:p>
          <a:p>
            <a:r>
              <a:rPr dirty="0" lang="en-US"/>
              <a:t>Foreign key (</a:t>
            </a:r>
            <a:r>
              <a:rPr dirty="0" lang="en-US" err="1"/>
              <a:t>PatientID</a:t>
            </a:r>
            <a:r>
              <a:rPr dirty="0" lang="en-US"/>
              <a:t>)</a:t>
            </a:r>
            <a:endParaRPr dirty="0" lang="en-US"/>
          </a:p>
          <a:p>
            <a:r>
              <a:rPr dirty="0" lang="en-US"/>
              <a:t>references Patients(</a:t>
            </a:r>
            <a:r>
              <a:rPr dirty="0" lang="en-US" err="1"/>
              <a:t>PatientID</a:t>
            </a:r>
            <a:r>
              <a:rPr dirty="0" lang="en-US"/>
              <a:t>)</a:t>
            </a:r>
            <a:endParaRPr dirty="0" lang="en-US"/>
          </a:p>
          <a:p>
            <a:r>
              <a:rPr dirty="0" lang="en-US" smtClean="0"/>
              <a:t>);</a:t>
            </a:r>
            <a:r>
              <a:rPr dirty="0" lang="en-US"/>
              <a:t> </a:t>
            </a:r>
            <a:endParaRPr dirty="0" lang="en-US"/>
          </a:p>
          <a:p>
            <a:r>
              <a:rPr dirty="0" lang="en-US"/>
              <a:t>create table Diagnoses (</a:t>
            </a:r>
            <a:endParaRPr dirty="0" lang="en-US"/>
          </a:p>
          <a:p>
            <a:r>
              <a:rPr dirty="0" lang="en-US" err="1"/>
              <a:t>DiagnosisID</a:t>
            </a:r>
            <a:r>
              <a:rPr dirty="0" lang="en-US"/>
              <a:t> </a:t>
            </a:r>
            <a:r>
              <a:rPr dirty="0" lang="en-US" err="1"/>
              <a:t>int</a:t>
            </a:r>
            <a:r>
              <a:rPr dirty="0" lang="en-US"/>
              <a:t> primary key,</a:t>
            </a:r>
            <a:endParaRPr dirty="0" lang="en-US"/>
          </a:p>
          <a:p>
            <a:r>
              <a:rPr dirty="0" lang="en-US" err="1"/>
              <a:t>PatientID</a:t>
            </a:r>
            <a:r>
              <a:rPr dirty="0" lang="en-US"/>
              <a:t> </a:t>
            </a:r>
            <a:r>
              <a:rPr dirty="0" lang="en-US" err="1"/>
              <a:t>int</a:t>
            </a:r>
            <a:r>
              <a:rPr dirty="0" lang="en-US"/>
              <a:t>,</a:t>
            </a:r>
            <a:endParaRPr dirty="0" lang="en-US"/>
          </a:p>
          <a:p>
            <a:r>
              <a:rPr dirty="0" lang="en-US"/>
              <a:t>Disease varchar(100),</a:t>
            </a:r>
            <a:endParaRPr dirty="0" lang="en-US"/>
          </a:p>
          <a:p>
            <a:r>
              <a:rPr dirty="0" lang="en-US"/>
              <a:t>foreign key (</a:t>
            </a:r>
            <a:r>
              <a:rPr dirty="0" lang="en-US" err="1"/>
              <a:t>PatientID</a:t>
            </a:r>
            <a:r>
              <a:rPr dirty="0" lang="en-US"/>
              <a:t>)</a:t>
            </a:r>
            <a:endParaRPr dirty="0" lang="en-US"/>
          </a:p>
          <a:p>
            <a:r>
              <a:rPr dirty="0" lang="en-US"/>
              <a:t>references Patients(</a:t>
            </a:r>
            <a:r>
              <a:rPr dirty="0" lang="en-US" err="1"/>
              <a:t>PatientID</a:t>
            </a:r>
            <a:r>
              <a:rPr dirty="0" lang="en-US"/>
              <a:t>)</a:t>
            </a:r>
            <a:endParaRPr dirty="0" lang="en-US"/>
          </a:p>
          <a:p>
            <a:r>
              <a:rPr dirty="0" lang="en-US" smtClean="0"/>
              <a:t>);</a:t>
            </a:r>
            <a:endParaRPr dirty="0" lang="en-US"/>
          </a:p>
          <a:p>
            <a:endParaRPr dirty="0"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76" name=""/>
        <p:cNvGrpSpPr/>
        <p:nvPr/>
      </p:nvGrpSpPr>
      <p:grpSpPr>
        <a:xfrm>
          <a:off x="0" y="0"/>
          <a:ext cx="0" cy="0"/>
          <a:chOff x="0" y="0"/>
          <a:chExt cx="0" cy="0"/>
        </a:xfrm>
      </p:grpSpPr>
      <p:sp>
        <p:nvSpPr>
          <p:cNvPr id="1048608" name="Content Placeholder 2"/>
          <p:cNvSpPr>
            <a:spLocks noGrp="1"/>
          </p:cNvSpPr>
          <p:nvPr>
            <p:ph idx="1"/>
          </p:nvPr>
        </p:nvSpPr>
        <p:spPr/>
        <p:txBody>
          <a:bodyPr>
            <a:normAutofit fontScale="93750" lnSpcReduction="20000"/>
          </a:bodyPr>
          <a:p>
            <a:r>
              <a:rPr dirty="0" lang="en-US"/>
              <a:t>create table Treatments (</a:t>
            </a:r>
            <a:endParaRPr dirty="0" lang="en-US"/>
          </a:p>
          <a:p>
            <a:r>
              <a:rPr dirty="0" lang="en-US" err="1"/>
              <a:t>TreatmentID</a:t>
            </a:r>
            <a:r>
              <a:rPr dirty="0" lang="en-US"/>
              <a:t> </a:t>
            </a:r>
            <a:r>
              <a:rPr dirty="0" lang="en-US" err="1"/>
              <a:t>int</a:t>
            </a:r>
            <a:r>
              <a:rPr dirty="0" lang="en-US"/>
              <a:t> primary key</a:t>
            </a:r>
            <a:r>
              <a:rPr dirty="0" lang="en-US" smtClean="0"/>
              <a:t>,</a:t>
            </a:r>
            <a:endParaRPr dirty="0" lang="en-US" smtClean="0"/>
          </a:p>
          <a:p>
            <a:endParaRPr dirty="0" lang="en-US"/>
          </a:p>
          <a:p>
            <a:r>
              <a:rPr dirty="0" lang="en-US" err="1"/>
              <a:t>DiagnosisID</a:t>
            </a:r>
            <a:r>
              <a:rPr dirty="0" lang="en-US"/>
              <a:t> </a:t>
            </a:r>
            <a:r>
              <a:rPr dirty="0" lang="en-US" err="1" smtClean="0"/>
              <a:t>int</a:t>
            </a:r>
            <a:r>
              <a:rPr dirty="0" lang="en-US" smtClean="0"/>
              <a:t>;</a:t>
            </a:r>
            <a:endParaRPr dirty="0" lang="en-US" smtClean="0"/>
          </a:p>
          <a:p>
            <a:endParaRPr dirty="0" lang="en-US"/>
          </a:p>
          <a:p>
            <a:r>
              <a:rPr dirty="0" lang="en-US" err="1"/>
              <a:t>TreatmentName</a:t>
            </a:r>
            <a:r>
              <a:rPr dirty="0" lang="en-US"/>
              <a:t> varchar(100</a:t>
            </a:r>
            <a:r>
              <a:rPr dirty="0" lang="en-US" smtClean="0"/>
              <a:t>),</a:t>
            </a:r>
            <a:endParaRPr dirty="0" lang="en-US" smtClean="0"/>
          </a:p>
          <a:p>
            <a:endParaRPr dirty="0" lang="en-US"/>
          </a:p>
          <a:p>
            <a:r>
              <a:rPr dirty="0" lang="en-US" err="1"/>
              <a:t>ServiceCharge</a:t>
            </a:r>
            <a:r>
              <a:rPr dirty="0" lang="en-US"/>
              <a:t> decimal(10,2),</a:t>
            </a:r>
            <a:endParaRPr dirty="0" lang="en-US"/>
          </a:p>
          <a:p>
            <a:r>
              <a:rPr dirty="0" lang="en-US"/>
              <a:t>foreign key (</a:t>
            </a:r>
            <a:r>
              <a:rPr dirty="0" lang="en-US" err="1"/>
              <a:t>DiagnosisID</a:t>
            </a:r>
            <a:r>
              <a:rPr dirty="0" lang="en-US"/>
              <a:t>)</a:t>
            </a:r>
            <a:endParaRPr dirty="0" lang="en-US"/>
          </a:p>
          <a:p>
            <a:r>
              <a:rPr dirty="0" lang="en-US"/>
              <a:t>references Diagnoses(</a:t>
            </a:r>
            <a:r>
              <a:rPr dirty="0" lang="en-US" err="1"/>
              <a:t>DiagnosisID</a:t>
            </a:r>
            <a:r>
              <a:rPr dirty="0" lang="en-US"/>
              <a:t>)</a:t>
            </a:r>
            <a:endParaRPr dirty="0" lang="en-US"/>
          </a:p>
          <a:p>
            <a:r>
              <a:rPr dirty="0" lang="en-US" smtClean="0"/>
              <a:t>);</a:t>
            </a:r>
            <a:endParaRPr dirty="0" lang="en-US" smtClean="0"/>
          </a:p>
          <a:p>
            <a:endParaRPr dirty="0" lang="en-US"/>
          </a:p>
          <a:p>
            <a:endParaRPr dirty="0"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77" name=""/>
        <p:cNvGrpSpPr/>
        <p:nvPr/>
      </p:nvGrpSpPr>
      <p:grpSpPr>
        <a:xfrm>
          <a:off x="0" y="0"/>
          <a:ext cx="0" cy="0"/>
          <a:chOff x="0" y="0"/>
          <a:chExt cx="0" cy="0"/>
        </a:xfrm>
      </p:grpSpPr>
      <p:sp>
        <p:nvSpPr>
          <p:cNvPr id="1048609" name="Content Placeholder 2"/>
          <p:cNvSpPr>
            <a:spLocks noGrp="1"/>
          </p:cNvSpPr>
          <p:nvPr>
            <p:ph idx="1"/>
          </p:nvPr>
        </p:nvSpPr>
        <p:spPr/>
        <p:txBody>
          <a:bodyPr>
            <a:normAutofit fontScale="62500" lnSpcReduction="20000"/>
          </a:bodyPr>
          <a:p>
            <a:r>
              <a:rPr b="1" dirty="0" lang="en-US"/>
              <a:t>SELECT * FROM Doctors;</a:t>
            </a:r>
            <a:endParaRPr dirty="0" lang="en-US"/>
          </a:p>
          <a:p>
            <a:r>
              <a:rPr dirty="0" lang="en-US"/>
              <a:t> </a:t>
            </a:r>
            <a:endParaRPr dirty="0" lang="en-US"/>
          </a:p>
          <a:p>
            <a:r>
              <a:rPr dirty="0" lang="en-US"/>
              <a:t>insert into Doctors  Values (001,'Dr Desta </a:t>
            </a:r>
            <a:r>
              <a:rPr dirty="0" lang="en-US" err="1"/>
              <a:t>Lema</a:t>
            </a:r>
            <a:r>
              <a:rPr dirty="0" lang="en-US"/>
              <a:t>' ,'Neurology', 90);</a:t>
            </a:r>
            <a:endParaRPr dirty="0" lang="en-US"/>
          </a:p>
          <a:p>
            <a:r>
              <a:rPr dirty="0" lang="en-US"/>
              <a:t>insert into Doctors  Values (002,'Dr. </a:t>
            </a:r>
            <a:r>
              <a:rPr dirty="0" lang="en-US" err="1"/>
              <a:t>Mesay</a:t>
            </a:r>
            <a:r>
              <a:rPr dirty="0" lang="en-US"/>
              <a:t> </a:t>
            </a:r>
            <a:r>
              <a:rPr dirty="0" lang="en-US" err="1"/>
              <a:t>Guche</a:t>
            </a:r>
            <a:r>
              <a:rPr dirty="0" lang="en-US"/>
              <a:t>', 'Cardiology',70);</a:t>
            </a:r>
            <a:endParaRPr dirty="0" lang="en-US"/>
          </a:p>
          <a:p>
            <a:r>
              <a:rPr dirty="0" lang="en-US"/>
              <a:t>insert into Doctors  Values (003,'Dr. </a:t>
            </a:r>
            <a:r>
              <a:rPr dirty="0" lang="en-US" err="1"/>
              <a:t>Wachifa</a:t>
            </a:r>
            <a:r>
              <a:rPr dirty="0" lang="en-US"/>
              <a:t> </a:t>
            </a:r>
            <a:r>
              <a:rPr dirty="0" lang="en-US" err="1"/>
              <a:t>Boru</a:t>
            </a:r>
            <a:r>
              <a:rPr dirty="0" lang="en-US"/>
              <a:t>', 'General Medicine', 150);</a:t>
            </a:r>
            <a:endParaRPr dirty="0" lang="en-US"/>
          </a:p>
          <a:p>
            <a:r>
              <a:rPr dirty="0" lang="en-US"/>
              <a:t>insert into Doctors  Values (004,'Dr. Desta </a:t>
            </a:r>
            <a:r>
              <a:rPr dirty="0" lang="en-US" err="1"/>
              <a:t>Lema</a:t>
            </a:r>
            <a:r>
              <a:rPr dirty="0" lang="en-US"/>
              <a:t>', 'Endocrinology', 100);</a:t>
            </a:r>
            <a:endParaRPr dirty="0" lang="en-US"/>
          </a:p>
          <a:p>
            <a:r>
              <a:rPr dirty="0" lang="en-US"/>
              <a:t>insert into Doctors  Values (005,'Dr. </a:t>
            </a:r>
            <a:r>
              <a:rPr dirty="0" lang="en-US" err="1"/>
              <a:t>Bontu</a:t>
            </a:r>
            <a:r>
              <a:rPr dirty="0" lang="en-US"/>
              <a:t> </a:t>
            </a:r>
            <a:r>
              <a:rPr dirty="0" lang="en-US" err="1"/>
              <a:t>Duresa</a:t>
            </a:r>
            <a:r>
              <a:rPr dirty="0" lang="en-US"/>
              <a:t>', 'Dermatology', 110);</a:t>
            </a:r>
            <a:endParaRPr dirty="0" lang="en-US"/>
          </a:p>
          <a:p>
            <a:r>
              <a:rPr dirty="0" lang="en-US"/>
              <a:t>insert into Doctors  Values (006,'Dr. </a:t>
            </a:r>
            <a:r>
              <a:rPr dirty="0" lang="en-US" err="1"/>
              <a:t>Dheresa</a:t>
            </a:r>
            <a:r>
              <a:rPr dirty="0" lang="en-US"/>
              <a:t> </a:t>
            </a:r>
            <a:r>
              <a:rPr dirty="0" lang="en-US" err="1"/>
              <a:t>Udesa</a:t>
            </a:r>
            <a:r>
              <a:rPr dirty="0" lang="en-US"/>
              <a:t>', 'Cardiology', 85);</a:t>
            </a:r>
            <a:endParaRPr dirty="0" lang="en-US"/>
          </a:p>
          <a:p>
            <a:r>
              <a:rPr dirty="0" lang="en-US"/>
              <a:t>insert into Doctors  Values (007,'Dr. </a:t>
            </a:r>
            <a:r>
              <a:rPr dirty="0" lang="en-US" err="1"/>
              <a:t>Bontu</a:t>
            </a:r>
            <a:r>
              <a:rPr dirty="0" lang="en-US"/>
              <a:t> </a:t>
            </a:r>
            <a:r>
              <a:rPr dirty="0" lang="en-US" err="1"/>
              <a:t>Duresa</a:t>
            </a:r>
            <a:r>
              <a:rPr dirty="0" lang="en-US"/>
              <a:t>', 'Neurology', 30);</a:t>
            </a:r>
            <a:endParaRPr dirty="0" lang="en-US"/>
          </a:p>
          <a:p>
            <a:r>
              <a:rPr dirty="0" lang="en-US"/>
              <a:t>insert into Doctors  Values (008,'Dr. Tariku </a:t>
            </a:r>
            <a:r>
              <a:rPr dirty="0" lang="en-US" err="1"/>
              <a:t>Dukale</a:t>
            </a:r>
            <a:r>
              <a:rPr dirty="0" lang="en-US"/>
              <a:t>', '</a:t>
            </a:r>
            <a:r>
              <a:rPr dirty="0" lang="en-US" err="1"/>
              <a:t>Orthopdic</a:t>
            </a:r>
            <a:r>
              <a:rPr dirty="0" lang="en-US"/>
              <a:t>', 45);</a:t>
            </a:r>
            <a:endParaRPr dirty="0" lang="en-US"/>
          </a:p>
          <a:p>
            <a:r>
              <a:rPr dirty="0" lang="en-US"/>
              <a:t>insert into Doctors  Values (009,'Dr. </a:t>
            </a:r>
            <a:r>
              <a:rPr dirty="0" lang="en-US" err="1"/>
              <a:t>Lali</a:t>
            </a:r>
            <a:r>
              <a:rPr dirty="0" lang="en-US"/>
              <a:t> </a:t>
            </a:r>
            <a:r>
              <a:rPr dirty="0" lang="en-US" err="1"/>
              <a:t>Areri</a:t>
            </a:r>
            <a:r>
              <a:rPr dirty="0" lang="en-US"/>
              <a:t>', 'Nephrology', 70);</a:t>
            </a:r>
            <a:endParaRPr dirty="0" lang="en-US"/>
          </a:p>
          <a:p>
            <a:r>
              <a:rPr dirty="0" lang="en-US"/>
              <a:t>insert into Doctors  Values (010,'Dr. </a:t>
            </a:r>
            <a:r>
              <a:rPr dirty="0" lang="en-US" err="1"/>
              <a:t>Geda</a:t>
            </a:r>
            <a:r>
              <a:rPr dirty="0" lang="en-US"/>
              <a:t> </a:t>
            </a:r>
            <a:r>
              <a:rPr dirty="0" lang="en-US" err="1"/>
              <a:t>Zenebe</a:t>
            </a:r>
            <a:r>
              <a:rPr dirty="0" lang="en-US"/>
              <a:t>', '</a:t>
            </a:r>
            <a:r>
              <a:rPr dirty="0" lang="en-US" err="1"/>
              <a:t>Dentelogy</a:t>
            </a:r>
            <a:r>
              <a:rPr dirty="0" lang="en-US"/>
              <a:t>', </a:t>
            </a:r>
            <a:r>
              <a:rPr dirty="0" lang="en-US" smtClean="0"/>
              <a:t>90);</a:t>
            </a:r>
            <a:endParaRPr dirty="0" lang="en-US"/>
          </a:p>
          <a:p>
            <a:endParaRPr dirty="0"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sp>
        <p:nvSpPr>
          <p:cNvPr id="1048610" name="Content Placeholder 2"/>
          <p:cNvSpPr>
            <a:spLocks noGrp="1"/>
          </p:cNvSpPr>
          <p:nvPr>
            <p:ph idx="1"/>
          </p:nvPr>
        </p:nvSpPr>
        <p:spPr/>
        <p:txBody>
          <a:bodyPr>
            <a:normAutofit fontScale="68750" lnSpcReduction="20000"/>
          </a:bodyPr>
          <a:p>
            <a:r>
              <a:rPr b="1" dirty="0" lang="en-US"/>
              <a:t>SELECT * FROM Patients;</a:t>
            </a:r>
            <a:endParaRPr dirty="0" lang="en-US"/>
          </a:p>
          <a:p>
            <a:r>
              <a:rPr dirty="0" lang="en-US"/>
              <a:t> </a:t>
            </a:r>
            <a:endParaRPr dirty="0" lang="en-US"/>
          </a:p>
          <a:p>
            <a:r>
              <a:rPr dirty="0" lang="en-US"/>
              <a:t>insert into Patients values (0001,'Nuguse Tamirat','12-11-2017');</a:t>
            </a:r>
            <a:endParaRPr dirty="0" lang="en-US"/>
          </a:p>
          <a:p>
            <a:r>
              <a:rPr dirty="0" lang="en-US"/>
              <a:t>insert into Patients values (0002,'Addisu Shimelis','09-11-2017');</a:t>
            </a:r>
            <a:endParaRPr dirty="0" lang="en-US"/>
          </a:p>
          <a:p>
            <a:r>
              <a:rPr dirty="0" lang="en-US"/>
              <a:t>insert into Patients values (0003,'Genet Gebayo','08-12-2017');</a:t>
            </a:r>
            <a:endParaRPr dirty="0" lang="en-US"/>
          </a:p>
          <a:p>
            <a:r>
              <a:rPr dirty="0" lang="en-US"/>
              <a:t>insert into Patients values (0004,'Mulunesh Dulecha','10-02-2018');</a:t>
            </a:r>
            <a:endParaRPr dirty="0" lang="en-US"/>
          </a:p>
          <a:p>
            <a:r>
              <a:rPr dirty="0" lang="en-US"/>
              <a:t>insert into Patients values (0005,'Esmael Abdela','07-08-2018');</a:t>
            </a:r>
            <a:endParaRPr dirty="0" lang="en-US"/>
          </a:p>
          <a:p>
            <a:r>
              <a:rPr dirty="0" lang="en-US"/>
              <a:t>insert into Patients values (0006,'Tolosa Safo','09-11-2017');</a:t>
            </a:r>
            <a:endParaRPr dirty="0" lang="en-US"/>
          </a:p>
          <a:p>
            <a:r>
              <a:rPr dirty="0" lang="en-US"/>
              <a:t>insert into Patients values (0007,'Sabontu Duba','01-03-2018');</a:t>
            </a:r>
            <a:endParaRPr dirty="0" lang="en-US"/>
          </a:p>
          <a:p>
            <a:r>
              <a:rPr dirty="0" lang="en-US"/>
              <a:t>insert into Patients values (0008,'Bilise Dhuguma','08-11-2017');</a:t>
            </a:r>
            <a:endParaRPr dirty="0" lang="en-US"/>
          </a:p>
          <a:p>
            <a:r>
              <a:rPr dirty="0" lang="en-US"/>
              <a:t>insert into Patients values (0009,'Abdi Abebe','02-09-2017');</a:t>
            </a:r>
            <a:endParaRPr dirty="0" lang="en-US"/>
          </a:p>
          <a:p>
            <a:r>
              <a:rPr dirty="0" lang="en-US"/>
              <a:t>insert into Patients values (0010,'Abdisa Tadese','10-01-2018');</a:t>
            </a:r>
            <a:endParaRPr dirty="0" lang="en-US"/>
          </a:p>
          <a:p>
            <a:endParaRPr dirty="0"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p:sp>
        <p:nvSpPr>
          <p:cNvPr id="1048611" name="Content Placeholder 2"/>
          <p:cNvSpPr>
            <a:spLocks noGrp="1"/>
          </p:cNvSpPr>
          <p:nvPr>
            <p:ph idx="1"/>
          </p:nvPr>
        </p:nvSpPr>
        <p:spPr/>
        <p:txBody>
          <a:bodyPr>
            <a:normAutofit fontScale="68750" lnSpcReduction="20000"/>
          </a:bodyPr>
          <a:p>
            <a:r>
              <a:rPr b="1" dirty="0" lang="en-US"/>
              <a:t>SELECT * FROM Appointments;</a:t>
            </a:r>
            <a:endParaRPr dirty="0" lang="en-US"/>
          </a:p>
          <a:p>
            <a:r>
              <a:rPr dirty="0" lang="en-US"/>
              <a:t> </a:t>
            </a:r>
            <a:endParaRPr dirty="0" lang="en-US"/>
          </a:p>
          <a:p>
            <a:r>
              <a:rPr dirty="0" lang="en-US"/>
              <a:t>insert into Appointments values (022,001,0001, '12-10-2017');</a:t>
            </a:r>
            <a:endParaRPr dirty="0" lang="en-US"/>
          </a:p>
          <a:p>
            <a:r>
              <a:rPr dirty="0" lang="en-US"/>
              <a:t>insert into Appointments values (023,002,0002, '03-09-2017');</a:t>
            </a:r>
            <a:endParaRPr dirty="0" lang="en-US"/>
          </a:p>
          <a:p>
            <a:r>
              <a:rPr dirty="0" lang="en-US"/>
              <a:t>insert into Appointments values (024,003,0003, '01-10-2017');</a:t>
            </a:r>
            <a:endParaRPr dirty="0" lang="en-US"/>
          </a:p>
          <a:p>
            <a:r>
              <a:rPr dirty="0" lang="en-US"/>
              <a:t>insert into Appointments values (025,004,0004, '04-08-2017');</a:t>
            </a:r>
            <a:endParaRPr dirty="0" lang="en-US"/>
          </a:p>
          <a:p>
            <a:r>
              <a:rPr dirty="0" lang="en-US"/>
              <a:t>insert into Appointments values (026,005,0005, '06-11-2017');</a:t>
            </a:r>
            <a:endParaRPr dirty="0" lang="en-US"/>
          </a:p>
          <a:p>
            <a:r>
              <a:rPr dirty="0" lang="en-US"/>
              <a:t>insert into Appointments values (027,006,0006, '11-11-2017');</a:t>
            </a:r>
            <a:endParaRPr dirty="0" lang="en-US"/>
          </a:p>
          <a:p>
            <a:r>
              <a:rPr dirty="0" lang="en-US"/>
              <a:t>insert into Appointments values (028,007,0007, '06-09-2017');</a:t>
            </a:r>
            <a:endParaRPr dirty="0" lang="en-US"/>
          </a:p>
          <a:p>
            <a:r>
              <a:rPr dirty="0" lang="en-US"/>
              <a:t>insert into Appointments values (029,008,0008, '09-01-2018');</a:t>
            </a:r>
            <a:endParaRPr dirty="0" lang="en-US"/>
          </a:p>
          <a:p>
            <a:r>
              <a:rPr dirty="0" lang="en-US"/>
              <a:t>insert into Appointments values (031,009,0009, '05-11-2017');</a:t>
            </a:r>
            <a:endParaRPr dirty="0" lang="en-US"/>
          </a:p>
          <a:p>
            <a:r>
              <a:rPr dirty="0" lang="en-US"/>
              <a:t>insert into Appointments values (032,010,0010, '11-03-2018');</a:t>
            </a:r>
            <a:endParaRPr dirty="0" lang="en-US"/>
          </a:p>
          <a:p>
            <a:r>
              <a:rPr dirty="0" lang="en-US"/>
              <a:t> </a:t>
            </a:r>
            <a:endParaRPr dirty="0" lang="en-US"/>
          </a:p>
          <a:p>
            <a:endParaRPr dirty="0"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80" name=""/>
        <p:cNvGrpSpPr/>
        <p:nvPr/>
      </p:nvGrpSpPr>
      <p:grpSpPr>
        <a:xfrm>
          <a:off x="0" y="0"/>
          <a:ext cx="0" cy="0"/>
          <a:chOff x="0" y="0"/>
          <a:chExt cx="0" cy="0"/>
        </a:xfrm>
      </p:grpSpPr>
      <p:sp>
        <p:nvSpPr>
          <p:cNvPr id="1048612" name="Content Placeholder 2"/>
          <p:cNvSpPr>
            <a:spLocks noGrp="1"/>
          </p:cNvSpPr>
          <p:nvPr>
            <p:ph idx="1"/>
          </p:nvPr>
        </p:nvSpPr>
        <p:spPr/>
        <p:txBody>
          <a:bodyPr>
            <a:normAutofit fontScale="78125" lnSpcReduction="20000"/>
          </a:bodyPr>
          <a:p>
            <a:r>
              <a:rPr b="1" dirty="0" lang="en-US"/>
              <a:t>SELECT * FROM Diagnoses;</a:t>
            </a:r>
            <a:endParaRPr dirty="0" lang="en-US"/>
          </a:p>
          <a:p>
            <a:r>
              <a:rPr dirty="0" lang="en-US"/>
              <a:t> </a:t>
            </a:r>
            <a:endParaRPr dirty="0" lang="en-US"/>
          </a:p>
          <a:p>
            <a:r>
              <a:rPr dirty="0" lang="en-US"/>
              <a:t>insert into Diagnoses values (41,0001, 'Heart Disease');</a:t>
            </a:r>
            <a:endParaRPr dirty="0" lang="en-US"/>
          </a:p>
          <a:p>
            <a:r>
              <a:rPr dirty="0" lang="en-US"/>
              <a:t>insert into Diagnoses values (42,0002, 'Flu');</a:t>
            </a:r>
            <a:endParaRPr dirty="0" lang="en-US"/>
          </a:p>
          <a:p>
            <a:r>
              <a:rPr dirty="0" lang="en-US"/>
              <a:t>insert into Diagnoses values (43,0003, 'Malaria');</a:t>
            </a:r>
            <a:endParaRPr dirty="0" lang="en-US"/>
          </a:p>
          <a:p>
            <a:r>
              <a:rPr dirty="0" lang="en-US"/>
              <a:t>insert into Diagnoses values (44,0004, 'TB');</a:t>
            </a:r>
            <a:endParaRPr dirty="0" lang="en-US"/>
          </a:p>
          <a:p>
            <a:r>
              <a:rPr dirty="0" lang="en-US"/>
              <a:t>insert into Diagnoses values (45,0005, 'Brain Tumor');</a:t>
            </a:r>
            <a:endParaRPr dirty="0" lang="en-US"/>
          </a:p>
          <a:p>
            <a:r>
              <a:rPr dirty="0" lang="en-US"/>
              <a:t>insert into Diagnoses values (46,0006, 'Diabetes');</a:t>
            </a:r>
            <a:endParaRPr dirty="0" lang="en-US"/>
          </a:p>
          <a:p>
            <a:r>
              <a:rPr dirty="0" lang="en-US"/>
              <a:t>insert into Diagnoses values (47,0007, 'Typhoid Fever');</a:t>
            </a:r>
            <a:endParaRPr dirty="0" lang="en-US"/>
          </a:p>
          <a:p>
            <a:r>
              <a:rPr dirty="0" lang="en-US"/>
              <a:t>insert into Diagnoses values (48,0008, 'Asthma');</a:t>
            </a:r>
            <a:endParaRPr dirty="0" lang="en-US"/>
          </a:p>
          <a:p>
            <a:r>
              <a:rPr dirty="0" lang="en-US"/>
              <a:t>insert into Diagnoses values (49,0009, 'COVID-19');</a:t>
            </a:r>
            <a:endParaRPr dirty="0" lang="en-US"/>
          </a:p>
          <a:p>
            <a:r>
              <a:rPr dirty="0" lang="en-US"/>
              <a:t>insert into Diagnoses values (50,0010, 'HIV/AIDS');</a:t>
            </a:r>
            <a:endParaRPr dirty="0" lang="en-US"/>
          </a:p>
          <a:p>
            <a:endParaRPr dirty="0"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81" name=""/>
        <p:cNvGrpSpPr/>
        <p:nvPr/>
      </p:nvGrpSpPr>
      <p:grpSpPr>
        <a:xfrm>
          <a:off x="0" y="0"/>
          <a:ext cx="0" cy="0"/>
          <a:chOff x="0" y="0"/>
          <a:chExt cx="0" cy="0"/>
        </a:xfrm>
      </p:grpSpPr>
      <p:sp>
        <p:nvSpPr>
          <p:cNvPr id="1048613" name="Content Placeholder 2"/>
          <p:cNvSpPr>
            <a:spLocks noGrp="1"/>
          </p:cNvSpPr>
          <p:nvPr>
            <p:ph idx="1"/>
          </p:nvPr>
        </p:nvSpPr>
        <p:spPr/>
        <p:txBody>
          <a:bodyPr>
            <a:normAutofit fontScale="65625" lnSpcReduction="20000"/>
          </a:bodyPr>
          <a:p>
            <a:r>
              <a:rPr b="1" dirty="0" lang="en-US"/>
              <a:t>SELECT * FROM Treatments</a:t>
            </a:r>
            <a:endParaRPr dirty="0" lang="en-US"/>
          </a:p>
          <a:p>
            <a:r>
              <a:rPr dirty="0" lang="en-US"/>
              <a:t> </a:t>
            </a:r>
            <a:endParaRPr dirty="0" lang="en-US"/>
          </a:p>
          <a:p>
            <a:r>
              <a:rPr dirty="0" lang="en-US"/>
              <a:t>insert into Treatments values (001,41, 'Heart Surgery', 50000.00);</a:t>
            </a:r>
            <a:endParaRPr dirty="0" lang="en-US"/>
          </a:p>
          <a:p>
            <a:r>
              <a:rPr dirty="0" lang="en-US"/>
              <a:t>insert into Treatments values (002,42, 'Flu Medication', 100.00);</a:t>
            </a:r>
            <a:endParaRPr dirty="0" lang="en-US"/>
          </a:p>
          <a:p>
            <a:r>
              <a:rPr dirty="0" lang="en-US"/>
              <a:t>insert into Treatments values (003,43, 'Malaria Medication', 300.00);</a:t>
            </a:r>
            <a:endParaRPr dirty="0" lang="en-US"/>
          </a:p>
          <a:p>
            <a:r>
              <a:rPr dirty="0" lang="en-US"/>
              <a:t>insert into Treatments values (004,44, 'TB Medication', 400.00);</a:t>
            </a:r>
            <a:endParaRPr dirty="0" lang="en-US"/>
          </a:p>
          <a:p>
            <a:r>
              <a:rPr dirty="0" lang="en-US"/>
              <a:t>insert into Treatments values (005,45, 'Brain Surgery', 80000.00);</a:t>
            </a:r>
            <a:endParaRPr dirty="0" lang="en-US"/>
          </a:p>
          <a:p>
            <a:r>
              <a:rPr dirty="0" lang="en-US"/>
              <a:t>insert into Treatments values (006,46, 'Insulin', 5000.00);</a:t>
            </a:r>
            <a:endParaRPr dirty="0" lang="en-US"/>
          </a:p>
          <a:p>
            <a:r>
              <a:rPr dirty="0" lang="en-US"/>
              <a:t>insert into Treatments values (007,47, 'Antibiotics', 250.00);</a:t>
            </a:r>
            <a:endParaRPr dirty="0" lang="en-US"/>
          </a:p>
          <a:p>
            <a:r>
              <a:rPr dirty="0" lang="en-US"/>
              <a:t>insert into Treatments values (008,48, 'Corticosteroids', 700.00);</a:t>
            </a:r>
            <a:endParaRPr dirty="0" lang="en-US"/>
          </a:p>
          <a:p>
            <a:r>
              <a:rPr dirty="0" lang="en-US"/>
              <a:t>insert into Treatments values (009,49, 'Supportive Care', 2000.00);</a:t>
            </a:r>
            <a:endParaRPr dirty="0" lang="en-US"/>
          </a:p>
          <a:p>
            <a:r>
              <a:rPr dirty="0" lang="en-US"/>
              <a:t>insert into Treatments values (010,50, 'ART', 1000.00);</a:t>
            </a:r>
            <a:endParaRPr dirty="0" lang="en-US"/>
          </a:p>
          <a:p>
            <a:endParaRPr dirty="0"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82" name=""/>
        <p:cNvGrpSpPr/>
        <p:nvPr/>
      </p:nvGrpSpPr>
      <p:grpSpPr>
        <a:xfrm>
          <a:off x="0" y="0"/>
          <a:ext cx="0" cy="0"/>
          <a:chOff x="0" y="0"/>
          <a:chExt cx="0" cy="0"/>
        </a:xfrm>
      </p:grpSpPr>
      <p:sp>
        <p:nvSpPr>
          <p:cNvPr id="1048614" name="Content Placeholder 1048614"/>
          <p:cNvSpPr>
            <a:spLocks noGrp="1"/>
          </p:cNvSpPr>
          <p:nvPr>
            <p:ph idx="1"/>
          </p:nvPr>
        </p:nvSpPr>
        <p:spPr>
          <a:xfrm>
            <a:off x="198157" y="170437"/>
            <a:ext cx="8229600" cy="4525963"/>
          </a:xfrm>
        </p:spPr>
        <p:txBody>
          <a:bodyPr/>
          <a:p>
            <a:pPr indent="0" marL="0">
              <a:buNone/>
            </a:pPr>
            <a:r>
              <a:rPr altLang="en-IN" b="1" lang="en-GB">
                <a:solidFill>
                  <a:srgbClr val="92D050"/>
                </a:solidFill>
              </a:rPr>
              <a:t>           Result of sql query</a:t>
            </a:r>
            <a:endParaRPr altLang="en-IN" b="1" lang="en-GB">
              <a:solidFill>
                <a:srgbClr val="92D050"/>
              </a:solidFill>
            </a:endParaRPr>
          </a:p>
          <a:p>
            <a:r>
              <a:rPr lang="en-IN"/>
              <a:t>1. Select all Patients admitted to the hospital.</a:t>
            </a:r>
            <a:endParaRPr lang="en-IN"/>
          </a:p>
          <a:p>
            <a:r>
              <a:rPr altLang="en-IN" lang="en-GB">
                <a:solidFill>
                  <a:srgbClr val="FF0000"/>
                </a:solidFill>
              </a:rPr>
              <a:t>select * from patients;</a:t>
            </a:r>
            <a:endParaRPr altLang="en-IN" lang="en-GB">
              <a:solidFill>
                <a:srgbClr val="FF0000"/>
              </a:solidFill>
            </a:endParaRPr>
          </a:p>
          <a:p>
            <a:r>
              <a:rPr lang="en-IN"/>
              <a:t>
</a:t>
            </a:r>
            <a:endParaRPr lang="en-IN"/>
          </a:p>
          <a:p>
            <a:endParaRPr lang="en-IN"/>
          </a:p>
          <a:p>
            <a:endParaRPr lang="en-IN"/>
          </a:p>
          <a:p>
            <a:r>
              <a:rPr lang="en-IN"/>
              <a:t>select * from Patients;</a:t>
            </a:r>
            <a:endParaRPr lang="en-IN"/>
          </a:p>
          <a:p>
            <a:endParaRPr lang="en-IN"/>
          </a:p>
        </p:txBody>
      </p:sp>
      <p:pic>
        <p:nvPicPr>
          <p:cNvPr id="2097156" name="Picture 2097158"/>
          <p:cNvPicPr>
            <a:picLocks/>
          </p:cNvPicPr>
          <p:nvPr/>
        </p:nvPicPr>
        <p:blipFill>
          <a:blip xmlns:r="http://schemas.openxmlformats.org/officeDocument/2006/relationships" r:embed="rId1"/>
          <a:stretch>
            <a:fillRect/>
          </a:stretch>
        </p:blipFill>
        <p:spPr>
          <a:xfrm>
            <a:off x="229235" y="2438400"/>
            <a:ext cx="7840345" cy="4170680"/>
          </a:xfrm>
          <a:prstGeom prst="rec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83" name=""/>
        <p:cNvGrpSpPr/>
        <p:nvPr/>
      </p:nvGrpSpPr>
      <p:grpSpPr>
        <a:xfrm>
          <a:off x="0" y="0"/>
          <a:ext cx="0" cy="0"/>
          <a:chOff x="0" y="0"/>
          <a:chExt cx="0" cy="0"/>
        </a:xfrm>
      </p:grpSpPr>
      <p:sp>
        <p:nvSpPr>
          <p:cNvPr id="1048615" name="Content Placeholder 1048615"/>
          <p:cNvSpPr>
            <a:spLocks noGrp="1"/>
          </p:cNvSpPr>
          <p:nvPr>
            <p:ph idx="1"/>
          </p:nvPr>
        </p:nvSpPr>
        <p:spPr>
          <a:xfrm>
            <a:off x="0" y="292490"/>
            <a:ext cx="8842666" cy="4525963"/>
          </a:xfrm>
        </p:spPr>
        <p:txBody>
          <a:bodyPr/>
          <a:p>
            <a:r>
              <a:rPr lang="en-IN"/>
              <a:t>--2. Select all doctors specializing in "Cardiology."
</a:t>
            </a:r>
            <a:r>
              <a:rPr lang="en-IN">
                <a:solidFill>
                  <a:srgbClr val="FF0000"/>
                </a:solidFill>
              </a:rPr>
              <a:t>select * from Doctors where Specialization='Cardiology';
</a:t>
            </a:r>
            <a:endParaRPr lang="en-IN">
              <a:solidFill>
                <a:srgbClr val="FF0000"/>
              </a:solidFill>
            </a:endParaRPr>
          </a:p>
        </p:txBody>
      </p:sp>
      <p:pic>
        <p:nvPicPr>
          <p:cNvPr id="2097157" name="Picture 2097159"/>
          <p:cNvPicPr>
            <a:picLocks/>
          </p:cNvPicPr>
          <p:nvPr/>
        </p:nvPicPr>
        <p:blipFill>
          <a:blip xmlns:r="http://schemas.openxmlformats.org/officeDocument/2006/relationships" r:embed="rId1"/>
          <a:stretch>
            <a:fillRect/>
          </a:stretch>
        </p:blipFill>
        <p:spPr>
          <a:xfrm>
            <a:off x="419735" y="2259330"/>
            <a:ext cx="7309485" cy="901065"/>
          </a:xfrm>
          <a:prstGeom prst="rect"/>
        </p:spPr>
      </p:pic>
      <p:sp>
        <p:nvSpPr>
          <p:cNvPr id="1048616" name="Text Box 1048616"/>
          <p:cNvSpPr txBox="1"/>
          <p:nvPr/>
        </p:nvSpPr>
        <p:spPr>
          <a:xfrm>
            <a:off x="304800" y="3202940"/>
            <a:ext cx="8690610" cy="818515"/>
          </a:xfrm>
          <a:prstGeom prst="rect"/>
        </p:spPr>
        <p:txBody>
          <a:bodyPr rtlCol="0" wrap="square">
            <a:noAutofit/>
          </a:bodyPr>
          <a:p>
            <a:r>
              <a:rPr sz="2800" lang="en-IN">
                <a:solidFill>
                  <a:srgbClr val="000000"/>
                </a:solidFill>
              </a:rPr>
              <a:t>--3. Select all distinct diseases treated in the hospital.
</a:t>
            </a:r>
            <a:r>
              <a:rPr sz="2800" lang="en-IN">
                <a:solidFill>
                  <a:srgbClr val="FF0000"/>
                </a:solidFill>
              </a:rPr>
              <a:t>select distinct Disease from Diagnoses;
</a:t>
            </a:r>
            <a:endParaRPr altLang="en-IN" sz="2800" lang="en-IN">
              <a:solidFill>
                <a:srgbClr val="FF0000"/>
              </a:solidFill>
            </a:endParaRPr>
          </a:p>
        </p:txBody>
      </p:sp>
      <p:pic>
        <p:nvPicPr>
          <p:cNvPr id="2097158" name="Picture 2097160"/>
          <p:cNvPicPr>
            <a:picLocks/>
          </p:cNvPicPr>
          <p:nvPr/>
        </p:nvPicPr>
        <p:blipFill>
          <a:blip xmlns:r="http://schemas.openxmlformats.org/officeDocument/2006/relationships" r:embed="rId2"/>
          <a:stretch>
            <a:fillRect/>
          </a:stretch>
        </p:blipFill>
        <p:spPr>
          <a:xfrm>
            <a:off x="1600835" y="4250690"/>
            <a:ext cx="4551045" cy="2474595"/>
          </a:xfrm>
          <a:prstGeom prst="rec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84" name=""/>
        <p:cNvGrpSpPr/>
        <p:nvPr/>
      </p:nvGrpSpPr>
      <p:grpSpPr>
        <a:xfrm>
          <a:off x="0" y="0"/>
          <a:ext cx="0" cy="0"/>
          <a:chOff x="0" y="0"/>
          <a:chExt cx="0" cy="0"/>
        </a:xfrm>
      </p:grpSpPr>
      <p:sp>
        <p:nvSpPr>
          <p:cNvPr id="1048617" name="Content Placeholder 1048617"/>
          <p:cNvSpPr>
            <a:spLocks noGrp="1"/>
          </p:cNvSpPr>
          <p:nvPr>
            <p:ph idx="1"/>
          </p:nvPr>
        </p:nvSpPr>
        <p:spPr>
          <a:xfrm>
            <a:off x="707603" y="0"/>
            <a:ext cx="8229600" cy="1849517"/>
          </a:xfrm>
        </p:spPr>
        <p:txBody>
          <a:bodyPr>
            <a:normAutofit fontScale="96875" lnSpcReduction="20000"/>
          </a:bodyPr>
          <a:p>
            <a:r>
              <a:rPr lang="en-IN"/>
              <a:t>--4. Select the total number of patients treated in the hospital.
</a:t>
            </a:r>
            <a:r>
              <a:rPr lang="en-IN">
                <a:solidFill>
                  <a:srgbClr val="FF0000"/>
                </a:solidFill>
              </a:rPr>
              <a:t>select count(distinct PatientID) as TotalPatients from Diagnoses;</a:t>
            </a:r>
            <a:endParaRPr lang="en-IN"/>
          </a:p>
          <a:p>
            <a:endParaRPr lang="en-IN"/>
          </a:p>
        </p:txBody>
      </p:sp>
      <p:pic>
        <p:nvPicPr>
          <p:cNvPr id="2097159" name="Picture 2097161"/>
          <p:cNvPicPr>
            <a:picLocks/>
          </p:cNvPicPr>
          <p:nvPr/>
        </p:nvPicPr>
        <p:blipFill>
          <a:blip xmlns:r="http://schemas.openxmlformats.org/officeDocument/2006/relationships" r:embed="rId1"/>
          <a:stretch>
            <a:fillRect/>
          </a:stretch>
        </p:blipFill>
        <p:spPr>
          <a:xfrm>
            <a:off x="619498" y="1484611"/>
            <a:ext cx="8317705" cy="1124887"/>
          </a:xfrm>
          <a:prstGeom prst="rect"/>
        </p:spPr>
      </p:pic>
      <p:sp>
        <p:nvSpPr>
          <p:cNvPr id="1048618" name="Text Box 1048618"/>
          <p:cNvSpPr txBox="1"/>
          <p:nvPr/>
        </p:nvSpPr>
        <p:spPr>
          <a:xfrm>
            <a:off x="619497" y="2609498"/>
            <a:ext cx="8630322" cy="4282440"/>
          </a:xfrm>
          <a:prstGeom prst="rect"/>
        </p:spPr>
        <p:txBody>
          <a:bodyPr rtlCol="0" wrap="square">
            <a:spAutoFit/>
          </a:bodyPr>
          <a:p>
            <a:r>
              <a:rPr sz="2800" lang="en-IN">
                <a:solidFill>
                  <a:srgbClr val="000000"/>
                </a:solidFill>
              </a:rPr>
              <a:t>--5. Select the doctor's name and the number of patients they have treated.
</a:t>
            </a:r>
            <a:r>
              <a:rPr sz="2800" lang="en-IN">
                <a:solidFill>
                  <a:srgbClr val="FF0000"/>
                </a:solidFill>
              </a:rPr>
              <a:t>select d.DoctorName,
count(a.PatientID) AS
NumberOfPatients
FROM Doctors d
LEFT JOIN Appointments a on d.DoctorID = a.DoctorID
GROUP BY d.DoctorID,D.DoctorName;</a:t>
            </a:r>
            <a:endParaRPr sz="2800" lang="en-IN">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85" name=""/>
        <p:cNvGrpSpPr/>
        <p:nvPr/>
      </p:nvGrpSpPr>
      <p:grpSpPr>
        <a:xfrm>
          <a:off x="0" y="0"/>
          <a:ext cx="0" cy="0"/>
          <a:chOff x="0" y="0"/>
          <a:chExt cx="0" cy="0"/>
        </a:xfrm>
      </p:grpSpPr>
      <p:pic>
        <p:nvPicPr>
          <p:cNvPr id="2097160" name="Picture 2097162"/>
          <p:cNvPicPr>
            <a:picLocks/>
          </p:cNvPicPr>
          <p:nvPr/>
        </p:nvPicPr>
        <p:blipFill>
          <a:blip xmlns:r="http://schemas.openxmlformats.org/officeDocument/2006/relationships" r:embed="rId1"/>
          <a:stretch>
            <a:fillRect/>
          </a:stretch>
        </p:blipFill>
        <p:spPr>
          <a:xfrm>
            <a:off x="784860" y="231140"/>
            <a:ext cx="5631815" cy="2530475"/>
          </a:xfrm>
          <a:prstGeom prst="rect"/>
        </p:spPr>
      </p:pic>
      <p:sp>
        <p:nvSpPr>
          <p:cNvPr id="1048619" name="Text Box 1048619"/>
          <p:cNvSpPr txBox="1"/>
          <p:nvPr/>
        </p:nvSpPr>
        <p:spPr>
          <a:xfrm>
            <a:off x="76200" y="2907030"/>
            <a:ext cx="9323070" cy="3684905"/>
          </a:xfrm>
          <a:prstGeom prst="rect"/>
        </p:spPr>
        <p:txBody>
          <a:bodyPr rtlCol="0" wrap="square">
            <a:noAutofit/>
          </a:bodyPr>
          <a:p>
            <a:r>
              <a:rPr sz="2800" lang="en-IN">
                <a:solidFill>
                  <a:srgbClr val="000000"/>
                </a:solidFill>
              </a:rPr>
              <a:t>--6. Select only doctors who have treated more than50 patients.
</a:t>
            </a:r>
            <a:r>
              <a:rPr sz="2800" lang="en-IN">
                <a:solidFill>
                  <a:srgbClr val="FF0000"/>
                </a:solidFill>
              </a:rPr>
              <a:t>select d.DoctorName,
count(a.PatientID) AS NumberofPatients
from Doctors d
INNER JOIN Appointments a ON d.DoctorID=a.DoctorID
GROUP BY d.DoctorID,d.DoctorName 
HAVING count(a.PatientID) &gt; 50;</a:t>
            </a:r>
            <a:endParaRPr sz="2800" lang="en-IN">
              <a:solidFill>
                <a:srgbClr val="FF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86" name=""/>
        <p:cNvGrpSpPr/>
        <p:nvPr/>
      </p:nvGrpSpPr>
      <p:grpSpPr>
        <a:xfrm>
          <a:off x="0" y="0"/>
          <a:ext cx="0" cy="0"/>
          <a:chOff x="0" y="0"/>
          <a:chExt cx="0" cy="0"/>
        </a:xfrm>
      </p:grpSpPr>
      <p:sp>
        <p:nvSpPr>
          <p:cNvPr id="1048620" name="Content Placeholder 1048620"/>
          <p:cNvSpPr>
            <a:spLocks noGrp="1"/>
          </p:cNvSpPr>
          <p:nvPr>
            <p:ph idx="1"/>
          </p:nvPr>
        </p:nvSpPr>
        <p:spPr>
          <a:xfrm>
            <a:off x="267235" y="775977"/>
            <a:ext cx="8229600" cy="1932383"/>
          </a:xfrm>
        </p:spPr>
        <p:txBody>
          <a:bodyPr>
            <a:normAutofit fontScale="59375" lnSpcReduction="20000"/>
          </a:bodyPr>
          <a:p>
            <a:r>
              <a:rPr lang="en-IN"/>
              <a:t>
--7.Select the names of all patients along with their assigned doctor.
</a:t>
            </a:r>
            <a:r>
              <a:rPr lang="en-IN">
                <a:solidFill>
                  <a:srgbClr val="FF0000"/>
                </a:solidFill>
              </a:rPr>
              <a:t>select p.PatientName, d.DoctorName
from Patients p
join Appointments a ON P.patientID=a.patientID
join doctors d ON a.doctorID=
d.DoctorID;
</a:t>
            </a:r>
            <a:endParaRPr lang="en-IN">
              <a:solidFill>
                <a:srgbClr val="FF0000"/>
              </a:solidFill>
            </a:endParaRPr>
          </a:p>
        </p:txBody>
      </p:sp>
      <p:pic>
        <p:nvPicPr>
          <p:cNvPr id="2097161" name="Picture 2097163"/>
          <p:cNvPicPr>
            <a:picLocks/>
          </p:cNvPicPr>
          <p:nvPr/>
        </p:nvPicPr>
        <p:blipFill>
          <a:blip xmlns:r="http://schemas.openxmlformats.org/officeDocument/2006/relationships" r:embed="rId1"/>
          <a:stretch>
            <a:fillRect/>
          </a:stretch>
        </p:blipFill>
        <p:spPr>
          <a:xfrm>
            <a:off x="533974" y="153003"/>
            <a:ext cx="4406293" cy="723788"/>
          </a:xfrm>
          <a:prstGeom prst="rect"/>
        </p:spPr>
      </p:pic>
      <p:pic>
        <p:nvPicPr>
          <p:cNvPr id="2097162" name="Picture 2097164"/>
          <p:cNvPicPr>
            <a:picLocks/>
          </p:cNvPicPr>
          <p:nvPr/>
        </p:nvPicPr>
        <p:blipFill>
          <a:blip xmlns:r="http://schemas.openxmlformats.org/officeDocument/2006/relationships" r:embed="rId2"/>
          <a:stretch>
            <a:fillRect/>
          </a:stretch>
        </p:blipFill>
        <p:spPr>
          <a:xfrm>
            <a:off x="267234" y="2738828"/>
            <a:ext cx="6750543" cy="3570115"/>
          </a:xfrm>
          <a:prstGeom prst="rec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1048621" name="Content Placeholder 1048621"/>
          <p:cNvSpPr>
            <a:spLocks noGrp="1"/>
          </p:cNvSpPr>
          <p:nvPr>
            <p:ph idx="1"/>
          </p:nvPr>
        </p:nvSpPr>
        <p:spPr>
          <a:xfrm>
            <a:off x="457200" y="59684"/>
            <a:ext cx="8229600" cy="2134392"/>
          </a:xfrm>
        </p:spPr>
        <p:txBody>
          <a:bodyPr>
            <a:normAutofit fontScale="59375" lnSpcReduction="20000"/>
          </a:bodyPr>
          <a:p>
            <a:r>
              <a:rPr lang="en-IN"/>
              <a:t>--8.Select all doctors along with the number of patients they have (including doctors with no Patients).
</a:t>
            </a:r>
            <a:r>
              <a:rPr lang="en-IN">
                <a:solidFill>
                  <a:srgbClr val="FF0000"/>
                </a:solidFill>
              </a:rPr>
              <a:t>select d.doctorName,
COUNT(a.patientID) AS
Numberofpatients
FROM Doctors d
LEFT JOIN Appointments a ON
d.doctorID=a.doctorID
GROUP BY d.doctorID,d.DoctorName;</a:t>
            </a:r>
            <a:endParaRPr lang="en-IN">
              <a:solidFill>
                <a:srgbClr val="FF0000"/>
              </a:solidFill>
            </a:endParaRPr>
          </a:p>
        </p:txBody>
      </p:sp>
      <p:pic>
        <p:nvPicPr>
          <p:cNvPr id="2097163" name="Picture 2097165"/>
          <p:cNvPicPr>
            <a:picLocks/>
          </p:cNvPicPr>
          <p:nvPr/>
        </p:nvPicPr>
        <p:blipFill>
          <a:blip xmlns:r="http://schemas.openxmlformats.org/officeDocument/2006/relationships" r:embed="rId1"/>
          <a:stretch>
            <a:fillRect/>
          </a:stretch>
        </p:blipFill>
        <p:spPr>
          <a:xfrm>
            <a:off x="274954" y="2171785"/>
            <a:ext cx="8231312" cy="3624030"/>
          </a:xfrm>
          <a:prstGeom prst="rec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88" name=""/>
        <p:cNvGrpSpPr/>
        <p:nvPr/>
      </p:nvGrpSpPr>
      <p:grpSpPr>
        <a:xfrm>
          <a:off x="0" y="0"/>
          <a:ext cx="0" cy="0"/>
          <a:chOff x="0" y="0"/>
          <a:chExt cx="0" cy="0"/>
        </a:xfrm>
      </p:grpSpPr>
      <p:sp>
        <p:nvSpPr>
          <p:cNvPr id="1048622" name="Content Placeholder 1048622"/>
          <p:cNvSpPr>
            <a:spLocks noGrp="1"/>
          </p:cNvSpPr>
          <p:nvPr>
            <p:ph idx="1"/>
          </p:nvPr>
        </p:nvSpPr>
        <p:spPr>
          <a:xfrm rot="21599166">
            <a:off x="0" y="0"/>
            <a:ext cx="8770645" cy="5958840"/>
          </a:xfrm>
          <a:prstGeom prst="rect"/>
        </p:spPr>
        <p:txBody>
          <a:bodyPr rtlCol="0" wrap="square">
            <a:spAutoFit/>
          </a:bodyPr>
          <a:p>
            <a:r>
              <a:rPr sz="2800" lang="en-IN">
                <a:solidFill>
                  <a:srgbClr val="000000"/>
                </a:solidFill>
              </a:rPr>
              <a:t>--9. Select all doctors whose patient count exceeds their consultation limit.
</a:t>
            </a:r>
            <a:r>
              <a:rPr sz="2800" lang="en-IN">
                <a:solidFill>
                  <a:srgbClr val="FF0000"/>
                </a:solidFill>
              </a:rPr>
              <a:t> SELECT d.DoctorName, d.ConsulationLimit, sq.PatientCount
    FROM Doctors d
    INNER JOIN (
        SELECT d.DoctorID, COUNT(a.PatientID) AS PatientCount
        FROM Doctors d
        INNER JOIN Appointments a ON d.DoctorID = a.DoctorID
        GROUP BY d.DoctorID
    ) sq ON d.DoctorID = sq.DoctorID
    WHERE sq.PatientCount &gt; d.ConsulationLimit;</a:t>
            </a:r>
            <a:endParaRPr sz="2800" lang="en-IN">
              <a:solidFill>
                <a:srgbClr val="FF0000"/>
              </a:solidFill>
            </a:endParaRPr>
          </a:p>
        </p:txBody>
      </p:sp>
      <p:pic>
        <p:nvPicPr>
          <p:cNvPr id="2097164" name="Picture 2097166"/>
          <p:cNvPicPr>
            <a:picLocks/>
          </p:cNvPicPr>
          <p:nvPr/>
        </p:nvPicPr>
        <p:blipFill>
          <a:blip xmlns:r="http://schemas.openxmlformats.org/officeDocument/2006/relationships" r:embed="rId1"/>
          <a:stretch>
            <a:fillRect/>
          </a:stretch>
        </p:blipFill>
        <p:spPr>
          <a:xfrm>
            <a:off x="1085406" y="6019988"/>
            <a:ext cx="5982156" cy="973475"/>
          </a:xfrm>
          <a:prstGeom prst="rec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89" name=""/>
        <p:cNvGrpSpPr/>
        <p:nvPr/>
      </p:nvGrpSpPr>
      <p:grpSpPr>
        <a:xfrm>
          <a:off x="0" y="0"/>
          <a:ext cx="0" cy="0"/>
          <a:chOff x="0" y="0"/>
          <a:chExt cx="0" cy="0"/>
        </a:xfrm>
      </p:grpSpPr>
      <p:sp>
        <p:nvSpPr>
          <p:cNvPr id="1048623" name="Content Placeholder 1048623"/>
          <p:cNvSpPr>
            <a:spLocks noGrp="1"/>
          </p:cNvSpPr>
          <p:nvPr>
            <p:ph idx="1"/>
          </p:nvPr>
        </p:nvSpPr>
        <p:spPr>
          <a:xfrm>
            <a:off x="21789" y="0"/>
            <a:ext cx="8665011" cy="6202626"/>
          </a:xfrm>
        </p:spPr>
        <p:txBody>
          <a:bodyPr/>
          <a:p>
            <a:r>
              <a:rPr lang="en-IN"/>
              <a:t>--10.Select all Appointments scheduled for today.
</a:t>
            </a:r>
            <a:r>
              <a:rPr lang="en-IN">
                <a:solidFill>
                  <a:srgbClr val="FF0000"/>
                </a:solidFill>
              </a:rPr>
              <a:t>select * from Appointments where AppointmentDate = '2017-11-11';</a:t>
            </a:r>
            <a:endParaRPr lang="en-IN"/>
          </a:p>
          <a:p>
            <a:endParaRPr lang="en-IN"/>
          </a:p>
        </p:txBody>
      </p:sp>
      <p:pic>
        <p:nvPicPr>
          <p:cNvPr id="2097165" name="Picture 2097167"/>
          <p:cNvPicPr>
            <a:picLocks/>
          </p:cNvPicPr>
          <p:nvPr/>
        </p:nvPicPr>
        <p:blipFill>
          <a:blip xmlns:r="http://schemas.openxmlformats.org/officeDocument/2006/relationships" r:embed="rId1"/>
          <a:stretch>
            <a:fillRect/>
          </a:stretch>
        </p:blipFill>
        <p:spPr>
          <a:xfrm>
            <a:off x="525994" y="1929811"/>
            <a:ext cx="7241440" cy="933218"/>
          </a:xfrm>
          <a:prstGeom prst="rect"/>
        </p:spPr>
      </p:pic>
      <p:sp>
        <p:nvSpPr>
          <p:cNvPr id="1048624" name="Text Box 1048624"/>
          <p:cNvSpPr txBox="1"/>
          <p:nvPr/>
        </p:nvSpPr>
        <p:spPr>
          <a:xfrm>
            <a:off x="76458" y="2863028"/>
            <a:ext cx="8926109" cy="2186940"/>
          </a:xfrm>
          <a:prstGeom prst="rect"/>
        </p:spPr>
        <p:txBody>
          <a:bodyPr rtlCol="0" wrap="square">
            <a:spAutoFit/>
          </a:bodyPr>
          <a:p>
            <a:r>
              <a:rPr sz="2800" lang="en-IN">
                <a:solidFill>
                  <a:srgbClr val="000000"/>
                </a:solidFill>
              </a:rPr>
              <a:t>--11. Add a new doctor specializing in "Neurology."
</a:t>
            </a:r>
            <a:r>
              <a:rPr sz="2800" lang="en-IN">
                <a:solidFill>
                  <a:srgbClr val="FF0000"/>
                </a:solidFill>
              </a:rPr>
              <a:t>insert into Doctors (DoctorID,DoctorName,
Specialization,ConsulationLimit)
values (011,'Dr.Akililu Abate','Neurology',90);
</a:t>
            </a:r>
            <a:endParaRPr sz="2800" lang="en-IN">
              <a:solidFill>
                <a:srgbClr val="FF0000"/>
              </a:solidFill>
            </a:endParaRPr>
          </a:p>
        </p:txBody>
      </p:sp>
      <p:pic>
        <p:nvPicPr>
          <p:cNvPr id="2097166" name="Picture 2097168"/>
          <p:cNvPicPr>
            <a:picLocks/>
          </p:cNvPicPr>
          <p:nvPr/>
        </p:nvPicPr>
        <p:blipFill>
          <a:blip xmlns:r="http://schemas.openxmlformats.org/officeDocument/2006/relationships" r:embed="rId2"/>
          <a:stretch>
            <a:fillRect/>
          </a:stretch>
        </p:blipFill>
        <p:spPr>
          <a:xfrm>
            <a:off x="762221" y="4724160"/>
            <a:ext cx="5894395" cy="1989249"/>
          </a:xfrm>
          <a:prstGeom prst="rec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90" name=""/>
        <p:cNvGrpSpPr/>
        <p:nvPr/>
      </p:nvGrpSpPr>
      <p:grpSpPr>
        <a:xfrm>
          <a:off x="0" y="0"/>
          <a:ext cx="0" cy="0"/>
          <a:chOff x="0" y="0"/>
          <a:chExt cx="0" cy="0"/>
        </a:xfrm>
      </p:grpSpPr>
      <p:sp>
        <p:nvSpPr>
          <p:cNvPr id="1048625" name="Content Placeholder 1048591"/>
          <p:cNvSpPr>
            <a:spLocks noGrp="1"/>
          </p:cNvSpPr>
          <p:nvPr>
            <p:ph idx="1"/>
          </p:nvPr>
        </p:nvSpPr>
        <p:spPr>
          <a:xfrm>
            <a:off x="-38965" y="87114"/>
            <a:ext cx="9039666" cy="2777732"/>
          </a:xfrm>
        </p:spPr>
        <p:txBody>
          <a:bodyPr>
            <a:normAutofit fontScale="78125" lnSpcReduction="20000"/>
          </a:bodyPr>
          <a:p>
            <a:r>
              <a:rPr lang="en-IN"/>
              <a:t>--12. Add a new patient "</a:t>
            </a:r>
            <a:r>
              <a:rPr altLang="en-IN" lang="en-GB"/>
              <a:t> Robert smith</a:t>
            </a:r>
            <a:r>
              <a:rPr lang="en-IN"/>
              <a:t>" assigned to "Dr.</a:t>
            </a:r>
            <a:r>
              <a:rPr altLang="en-IN" lang="en-GB"/>
              <a:t>Williams</a:t>
            </a:r>
            <a:r>
              <a:rPr lang="en-IN"/>
              <a:t>."</a:t>
            </a:r>
            <a:endParaRPr lang="en-IN"/>
          </a:p>
          <a:p>
            <a:r>
              <a:rPr lang="en-IN">
                <a:solidFill>
                  <a:srgbClr val="FF0000"/>
                </a:solidFill>
              </a:rPr>
              <a:t>insert into Patients (PatientID,PatientName,AdmissionDate)</a:t>
            </a:r>
            <a:endParaRPr lang="en-IN">
              <a:solidFill>
                <a:srgbClr val="FF0000"/>
              </a:solidFill>
            </a:endParaRPr>
          </a:p>
          <a:p>
            <a:r>
              <a:rPr lang="en-IN">
                <a:solidFill>
                  <a:srgbClr val="FF0000"/>
                </a:solidFill>
              </a:rPr>
              <a:t>values (0011,'Robert Smith', '11-02-2017');</a:t>
            </a:r>
            <a:endParaRPr lang="en-IN">
              <a:solidFill>
                <a:srgbClr val="FF0000"/>
              </a:solidFill>
            </a:endParaRPr>
          </a:p>
          <a:p>
            <a:r>
              <a:rPr lang="en-IN">
                <a:solidFill>
                  <a:srgbClr val="FF0000"/>
                </a:solidFill>
              </a:rPr>
              <a:t>insert into Appointments (AppointmentID,DoctorID,PatientID,Appointmentdate)</a:t>
            </a:r>
            <a:endParaRPr lang="en-IN">
              <a:solidFill>
                <a:srgbClr val="FF0000"/>
              </a:solidFill>
            </a:endParaRPr>
          </a:p>
          <a:p>
            <a:r>
              <a:rPr lang="en-IN">
                <a:solidFill>
                  <a:srgbClr val="FF0000"/>
                </a:solidFill>
              </a:rPr>
              <a:t>values (033, (select DoctorID from Doctors where DoctorName='Dr.Williams')0011, '11-02-2017');</a:t>
            </a:r>
            <a:endParaRPr lang="en-IN">
              <a:solidFill>
                <a:srgbClr val="FF0000"/>
              </a:solidFill>
            </a:endParaRPr>
          </a:p>
          <a:p>
            <a:endParaRPr lang="en-IN">
              <a:solidFill>
                <a:srgbClr val="FF0000"/>
              </a:solidFill>
            </a:endParaRPr>
          </a:p>
        </p:txBody>
      </p:sp>
      <p:pic>
        <p:nvPicPr>
          <p:cNvPr id="2097167" name="Picture 2097155"/>
          <p:cNvPicPr>
            <a:picLocks/>
          </p:cNvPicPr>
          <p:nvPr/>
        </p:nvPicPr>
        <p:blipFill>
          <a:blip xmlns:r="http://schemas.openxmlformats.org/officeDocument/2006/relationships" r:embed="rId1"/>
          <a:stretch>
            <a:fillRect/>
          </a:stretch>
        </p:blipFill>
        <p:spPr>
          <a:xfrm>
            <a:off x="650240" y="2981960"/>
            <a:ext cx="7972425" cy="3198495"/>
          </a:xfrm>
          <a:prstGeom prst="rect"/>
        </p:spPr>
      </p:pic>
      <p:sp>
        <p:nvSpPr>
          <p:cNvPr id="1048626" name="Text Box 1"/>
          <p:cNvSpPr txBox="1"/>
          <p:nvPr/>
        </p:nvSpPr>
        <p:spPr>
          <a:xfrm flipV="1">
            <a:off x="3843655" y="2567940"/>
            <a:ext cx="4063365" cy="122555"/>
          </a:xfrm>
          <a:prstGeom prst="rect"/>
          <a:noFill/>
        </p:spPr>
        <p:txBody>
          <a:bodyPr anchor="t" rtlCol="0" wrap="square">
            <a:noAutofit/>
          </a:bodyPr>
          <a:p>
            <a:endParaRPr lang="en-IN">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91" name=""/>
        <p:cNvGrpSpPr/>
        <p:nvPr/>
      </p:nvGrpSpPr>
      <p:grpSpPr>
        <a:xfrm>
          <a:off x="0" y="0"/>
          <a:ext cx="0" cy="0"/>
          <a:chOff x="0" y="0"/>
          <a:chExt cx="0" cy="0"/>
        </a:xfrm>
      </p:grpSpPr>
      <p:sp>
        <p:nvSpPr>
          <p:cNvPr id="1048627" name="Content Placeholder 1048589"/>
          <p:cNvSpPr>
            <a:spLocks noGrp="1"/>
          </p:cNvSpPr>
          <p:nvPr>
            <p:ph idx="1"/>
          </p:nvPr>
        </p:nvSpPr>
        <p:spPr>
          <a:xfrm>
            <a:off x="102794" y="25771"/>
            <a:ext cx="9009289" cy="6856934"/>
          </a:xfrm>
        </p:spPr>
        <p:txBody>
          <a:bodyPr/>
          <a:p>
            <a:pPr indent="0" marL="0">
              <a:buNone/>
            </a:pPr>
            <a:r>
              <a:rPr altLang="en-IN" lang="en-US"/>
              <a:t>.</a:t>
            </a:r>
            <a:r>
              <a:rPr lang="en-IN"/>
              <a:t>13 Reduce hospital service charges by 10%
</a:t>
            </a:r>
            <a:r>
              <a:rPr lang="en-IN">
                <a:solidFill>
                  <a:srgbClr val="FF0000"/>
                </a:solidFill>
              </a:rPr>
              <a:t>update Treatments
SET servicecharge = servicecharge *0.9</a:t>
            </a:r>
            <a:r>
              <a:rPr lang="en-IN"/>
              <a:t>;</a:t>
            </a:r>
            <a:endParaRPr lang="en-IN"/>
          </a:p>
          <a:p>
            <a:pPr indent="0" marL="0">
              <a:buNone/>
            </a:pPr>
            <a:endParaRPr lang="en-IN"/>
          </a:p>
        </p:txBody>
      </p:sp>
      <p:pic>
        <p:nvPicPr>
          <p:cNvPr id="2097168" name="Picture 2097154"/>
          <p:cNvPicPr>
            <a:picLocks/>
          </p:cNvPicPr>
          <p:nvPr/>
        </p:nvPicPr>
        <p:blipFill>
          <a:blip xmlns:r="http://schemas.openxmlformats.org/officeDocument/2006/relationships" r:embed="rId1"/>
          <a:stretch>
            <a:fillRect/>
          </a:stretch>
        </p:blipFill>
        <p:spPr>
          <a:xfrm>
            <a:off x="103758" y="1562812"/>
            <a:ext cx="8825099" cy="4263995"/>
          </a:xfrm>
          <a:prstGeom prst="rec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92" name=""/>
        <p:cNvGrpSpPr/>
        <p:nvPr/>
      </p:nvGrpSpPr>
      <p:grpSpPr>
        <a:xfrm>
          <a:off x="0" y="0"/>
          <a:ext cx="0" cy="0"/>
          <a:chOff x="0" y="0"/>
          <a:chExt cx="0" cy="0"/>
        </a:xfrm>
      </p:grpSpPr>
      <p:sp>
        <p:nvSpPr>
          <p:cNvPr id="1048628" name="Content Placeholder 1048587"/>
          <p:cNvSpPr>
            <a:spLocks noGrp="1"/>
          </p:cNvSpPr>
          <p:nvPr>
            <p:ph idx="1"/>
          </p:nvPr>
        </p:nvSpPr>
        <p:spPr>
          <a:xfrm>
            <a:off x="158115" y="0"/>
            <a:ext cx="9059545" cy="6433185"/>
          </a:xfrm>
          <a:prstGeom prst="rect"/>
        </p:spPr>
        <p:txBody>
          <a:bodyPr rtlCol="0" wrap="square">
            <a:noAutofit/>
          </a:bodyPr>
          <a:p>
            <a:r>
              <a:rPr sz="2800" lang="en-IN">
                <a:solidFill>
                  <a:srgbClr val="000000"/>
                </a:solidFill>
              </a:rPr>
              <a:t>-</a:t>
            </a:r>
            <a:r>
              <a:rPr sz="2400" lang="en-IN">
                <a:solidFill>
                  <a:srgbClr val="000000"/>
                </a:solidFill>
              </a:rPr>
              <a:t>14. Apply a 15% discount to patients who have more than five visits in the last year.
</a:t>
            </a:r>
            <a:r>
              <a:rPr sz="2400" lang="en-IN">
                <a:solidFill>
                  <a:srgbClr val="FF0000"/>
                </a:solidFill>
              </a:rPr>
              <a:t>UPDATE Treatments
SET ServiceCharge = ServiceCharge * 0.85
WHERE DiagnosisID IN (
    SELECT d.DiagnosisID
    FROM Diagnoses d
    INNER JOIN Patients p ON d.PatientID = p.PatientID
    INNER JOIN Appointments a ON p.PatientID = a.PatientID
    WHERE a.AppointmentDate &gt;= DATEADD(year, -1, GETDATE()) --This now has correct closing bracket.
    GROUP BY p.PatientID,d.DiagnosisID
    HAVING COUNT(*) &gt; 5</a:t>
            </a:r>
            <a:r>
              <a:rPr altLang="en-IN" sz="2400" lang="en-US">
                <a:solidFill>
                  <a:srgbClr val="FF0000"/>
                </a:solidFill>
              </a:rPr>
              <a:t>);</a:t>
            </a:r>
            <a:endParaRPr altLang="en-IN" sz="2400" lang="en-US">
              <a:solidFill>
                <a:srgbClr val="FF0000"/>
              </a:solidFill>
            </a:endParaRPr>
          </a:p>
        </p:txBody>
      </p:sp>
      <p:pic>
        <p:nvPicPr>
          <p:cNvPr id="2097169" name="Picture 2097152"/>
          <p:cNvPicPr>
            <a:picLocks/>
          </p:cNvPicPr>
          <p:nvPr/>
        </p:nvPicPr>
        <p:blipFill>
          <a:blip xmlns:r="http://schemas.openxmlformats.org/officeDocument/2006/relationships" r:embed="rId1"/>
          <a:stretch>
            <a:fillRect/>
          </a:stretch>
        </p:blipFill>
        <p:spPr>
          <a:xfrm>
            <a:off x="1371600" y="5105400"/>
            <a:ext cx="5601970" cy="1108710"/>
          </a:xfrm>
          <a:prstGeom prst="rec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93" name=""/>
        <p:cNvGrpSpPr/>
        <p:nvPr/>
      </p:nvGrpSpPr>
      <p:grpSpPr>
        <a:xfrm>
          <a:off x="0" y="0"/>
          <a:ext cx="0" cy="0"/>
          <a:chOff x="0" y="0"/>
          <a:chExt cx="0" cy="0"/>
        </a:xfrm>
      </p:grpSpPr>
      <p:sp>
        <p:nvSpPr>
          <p:cNvPr id="1048629" name="Content Placeholder 1048585"/>
          <p:cNvSpPr>
            <a:spLocks noGrp="1"/>
          </p:cNvSpPr>
          <p:nvPr>
            <p:ph idx="1"/>
          </p:nvPr>
        </p:nvSpPr>
        <p:spPr>
          <a:xfrm rot="1289">
            <a:off x="158" y="1589"/>
            <a:ext cx="8482746" cy="2980633"/>
          </a:xfrm>
        </p:spPr>
        <p:txBody>
          <a:bodyPr>
            <a:normAutofit fontScale="81250" lnSpcReduction="20000"/>
          </a:bodyPr>
          <a:p>
            <a:r>
              <a:rPr lang="en-IN"/>
              <a:t>15Remove all patient who have not visted in the last two years
</a:t>
            </a:r>
            <a:r>
              <a:rPr lang="en-IN">
                <a:solidFill>
                  <a:srgbClr val="FF0000"/>
                </a:solidFill>
              </a:rPr>
              <a:t>DELETE FROM Patients
WHERE PatientID NOT IN (
    SELECT DISTINCT PatientID 
	FROM Appointments
    WHERE AppointmentDate &gt;=
	DATEADD(YEAR,-2, GETDATE())
);</a:t>
            </a:r>
            <a:endParaRPr lang="en-IN">
              <a:solidFill>
                <a:srgbClr val="FF0000"/>
              </a:solidFill>
            </a:endParaRPr>
          </a:p>
        </p:txBody>
      </p:sp>
      <p:pic>
        <p:nvPicPr>
          <p:cNvPr id="2097170" name="Picture 2097151"/>
          <p:cNvPicPr>
            <a:picLocks/>
          </p:cNvPicPr>
          <p:nvPr/>
        </p:nvPicPr>
        <p:blipFill>
          <a:blip xmlns:r="http://schemas.openxmlformats.org/officeDocument/2006/relationships" r:embed="rId1"/>
          <a:stretch>
            <a:fillRect/>
          </a:stretch>
        </p:blipFill>
        <p:spPr>
          <a:xfrm rot="21600000">
            <a:off x="76200" y="2972063"/>
            <a:ext cx="8293458" cy="2162583"/>
          </a:xfrm>
          <a:prstGeom prst="rec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94" name=""/>
        <p:cNvGrpSpPr/>
        <p:nvPr/>
      </p:nvGrpSpPr>
      <p:grpSpPr>
        <a:xfrm>
          <a:off x="0" y="0"/>
          <a:ext cx="0" cy="0"/>
          <a:chOff x="0" y="0"/>
          <a:chExt cx="0" cy="0"/>
        </a:xfrm>
      </p:grpSpPr>
      <p:sp>
        <p:nvSpPr>
          <p:cNvPr id="1048630" name="Content Placeholder 1048586"/>
          <p:cNvSpPr>
            <a:spLocks noGrp="1"/>
          </p:cNvSpPr>
          <p:nvPr>
            <p:ph idx="1"/>
          </p:nvPr>
        </p:nvSpPr>
        <p:spPr>
          <a:xfrm>
            <a:off x="236254" y="240029"/>
            <a:ext cx="8229600" cy="5425440"/>
          </a:xfrm>
          <a:prstGeom prst="rect"/>
        </p:spPr>
        <p:txBody>
          <a:bodyPr rtlCol="0" wrap="square">
            <a:spAutoFit/>
          </a:bodyPr>
          <a:p>
            <a:r>
              <a:rPr sz="2400" lang="en-IN">
                <a:solidFill>
                  <a:schemeClr val="tx1"/>
                </a:solidFill>
              </a:rPr>
              <a:t>--16. Remove all patients from doctors who have</a:t>
            </a:r>
            <a:r>
              <a:rPr sz="2400" lang="en-IN">
                <a:solidFill>
                  <a:srgbClr val="FF0000"/>
                </a:solidFill>
              </a:rPr>
              <a:t> </a:t>
            </a:r>
            <a:r>
              <a:rPr sz="2400" lang="en-IN">
                <a:solidFill>
                  <a:schemeClr val="tx1"/>
                </a:solidFill>
              </a:rPr>
              <a:t>exceeded their consultation limit.
</a:t>
            </a:r>
            <a:r>
              <a:rPr sz="2400" lang="en-IN">
                <a:solidFill>
                  <a:srgbClr val="FF0000"/>
                </a:solidFill>
              </a:rPr>
              <a:t>DELETE FROM Appointments
WHERE DoctorID IN (
    SELECT d.DoctorID
    FROM Doctors d
    JOIN (
        SELECT DoctorID, 
		COUNT(PatientID) AS PatientCount
        FROM Appointments
        GROUP BY DoctorID
    ) sq ON d.DoctorID = sq.DoctorID
    WHERE sq.PatientCount &gt; 
	d.ConsulationLimit
	);</a:t>
            </a:r>
            <a:endParaRPr sz="2400" lang="en-IN">
              <a:solidFill>
                <a:srgbClr val="FF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95" name=""/>
        <p:cNvGrpSpPr/>
        <p:nvPr/>
      </p:nvGrpSpPr>
      <p:grpSpPr>
        <a:xfrm>
          <a:off x="0" y="0"/>
          <a:ext cx="0" cy="0"/>
          <a:chOff x="0" y="0"/>
          <a:chExt cx="0" cy="0"/>
        </a:xfrm>
      </p:grpSpPr>
      <p:sp>
        <p:nvSpPr>
          <p:cNvPr id="1048631" name="Content Placeholder 1048588"/>
          <p:cNvSpPr>
            <a:spLocks noGrp="1"/>
          </p:cNvSpPr>
          <p:nvPr>
            <p:ph idx="1"/>
          </p:nvPr>
        </p:nvSpPr>
        <p:spPr>
          <a:xfrm>
            <a:off x="457200" y="309927"/>
            <a:ext cx="7961924" cy="5816236"/>
          </a:xfrm>
        </p:spPr>
        <p:txBody>
          <a:bodyPr/>
          <a:p>
            <a:endParaRPr lang="en-IN"/>
          </a:p>
        </p:txBody>
      </p:sp>
      <p:pic>
        <p:nvPicPr>
          <p:cNvPr id="2097171" name="Picture 2097153"/>
          <p:cNvPicPr>
            <a:picLocks/>
          </p:cNvPicPr>
          <p:nvPr/>
        </p:nvPicPr>
        <p:blipFill>
          <a:blip xmlns:r="http://schemas.openxmlformats.org/officeDocument/2006/relationships" r:embed="rId1"/>
          <a:stretch>
            <a:fillRect/>
          </a:stretch>
        </p:blipFill>
        <p:spPr>
          <a:xfrm>
            <a:off x="457200" y="309927"/>
            <a:ext cx="7663056" cy="4449676"/>
          </a:xfrm>
          <a:prstGeom prst="rec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96" name=""/>
        <p:cNvGrpSpPr/>
        <p:nvPr/>
      </p:nvGrpSpPr>
      <p:grpSpPr>
        <a:xfrm>
          <a:off x="0" y="0"/>
          <a:ext cx="0" cy="0"/>
          <a:chOff x="0" y="0"/>
          <a:chExt cx="0" cy="0"/>
        </a:xfrm>
      </p:grpSpPr>
      <p:sp>
        <p:nvSpPr>
          <p:cNvPr id="1048632" name="Content Placeholder 1048590"/>
          <p:cNvSpPr>
            <a:spLocks noGrp="1"/>
          </p:cNvSpPr>
          <p:nvPr>
            <p:ph idx="1"/>
          </p:nvPr>
        </p:nvSpPr>
        <p:spPr>
          <a:xfrm>
            <a:off x="457200" y="165417"/>
            <a:ext cx="8229600" cy="5960746"/>
          </a:xfrm>
        </p:spPr>
        <p:txBody>
          <a:bodyPr>
            <a:normAutofit fontScale="75000" lnSpcReduction="20000"/>
          </a:bodyPr>
          <a:p>
            <a:r>
              <a:rPr altLang="en-IN" lang="en-US">
                <a:solidFill>
                  <a:srgbClr val="92D050"/>
                </a:solidFill>
              </a:rPr>
              <a:t>DEPLOYMENT STRANGE </a:t>
            </a:r>
            <a:endParaRPr lang="en-IN">
              <a:solidFill>
                <a:srgbClr val="92D050"/>
              </a:solidFill>
            </a:endParaRPr>
          </a:p>
          <a:p>
            <a:r>
              <a:rPr lang="en-IN"/>
              <a:t>1. Database Deployment
</a:t>
            </a:r>
            <a:r>
              <a:rPr lang="en-IN">
                <a:solidFill>
                  <a:srgbClr val="00B0F0"/>
                </a:solidFill>
              </a:rPr>
              <a:t>Manual Method
</a:t>
            </a:r>
            <a:r>
              <a:rPr lang="en-IN"/>
              <a:t>
• Step 1: Install a SQL Server instance (e.g., Microsoft SQL Server).
• Step 2: Use SQL Server Management Studio (SSMS) to:
• Create the Hospital Management database.
• Run the provided SQL script to create tables, insert data, and execute queries.
• Step 3: Validate the deployment:
• Check tables (e.g., SELECT * FROM Doctors;).
• Verify constraints (e.g., foreign keys in Appointments).</a:t>
            </a:r>
            <a:endParaRPr lang="en-I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97" name=""/>
        <p:cNvGrpSpPr/>
        <p:nvPr/>
      </p:nvGrpSpPr>
      <p:grpSpPr>
        <a:xfrm>
          <a:off x="0" y="0"/>
          <a:ext cx="0" cy="0"/>
          <a:chOff x="0" y="0"/>
          <a:chExt cx="0" cy="0"/>
        </a:xfrm>
      </p:grpSpPr>
      <p:sp>
        <p:nvSpPr>
          <p:cNvPr id="1048633" name="Content Placeholder 1048625"/>
          <p:cNvSpPr>
            <a:spLocks noGrp="1"/>
          </p:cNvSpPr>
          <p:nvPr>
            <p:ph idx="1"/>
          </p:nvPr>
        </p:nvSpPr>
        <p:spPr>
          <a:xfrm>
            <a:off x="457200" y="101172"/>
            <a:ext cx="8229600" cy="6024991"/>
          </a:xfrm>
        </p:spPr>
        <p:txBody>
          <a:bodyPr>
            <a:normAutofit fontScale="96875" lnSpcReduction="20000"/>
          </a:bodyPr>
          <a:p>
            <a:pPr indent="0" marL="0">
              <a:buNone/>
            </a:pPr>
            <a:r>
              <a:rPr altLang="en-IN" lang="en-GB">
                <a:solidFill>
                  <a:srgbClr val="00B0F0"/>
                </a:solidFill>
              </a:rPr>
              <a:t> </a:t>
            </a:r>
            <a:r>
              <a:rPr lang="en-IN">
                <a:solidFill>
                  <a:srgbClr val="00B0F0"/>
                </a:solidFill>
              </a:rPr>
              <a:t>Automated Method</a:t>
            </a:r>
            <a:r>
              <a:rPr lang="en-IN"/>
              <a:t>
Step 1: Store the SQL script in a version control system (e.g., GitHub).
Step 2: Use </a:t>
            </a:r>
            <a:r>
              <a:rPr lang="en-IN"/>
              <a:t>
• Automatically create the database on a target server.
• Execute the SQL script using a tool like sqlcmd or Invoke-SqlCmd (PowerShell).
Step 3: Validate with automated tests (e.g., check table counts, constraint integrity).</a:t>
            </a:r>
            <a:endParaRPr lang="en-I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98" name=""/>
        <p:cNvGrpSpPr/>
        <p:nvPr/>
      </p:nvGrpSpPr>
      <p:grpSpPr>
        <a:xfrm>
          <a:off x="0" y="0"/>
          <a:ext cx="0" cy="0"/>
          <a:chOff x="0" y="0"/>
          <a:chExt cx="0" cy="0"/>
        </a:xfrm>
      </p:grpSpPr>
      <p:sp>
        <p:nvSpPr>
          <p:cNvPr id="1048634" name="Content Placeholder 1048626"/>
          <p:cNvSpPr>
            <a:spLocks noGrp="1"/>
          </p:cNvSpPr>
          <p:nvPr>
            <p:ph idx="1"/>
          </p:nvPr>
        </p:nvSpPr>
        <p:spPr>
          <a:xfrm>
            <a:off x="192074" y="90466"/>
            <a:ext cx="8696220" cy="6656723"/>
          </a:xfrm>
        </p:spPr>
        <p:txBody>
          <a:bodyPr>
            <a:normAutofit fontScale="78125" lnSpcReduction="20000"/>
          </a:bodyPr>
          <a:p>
            <a:r>
              <a:rPr altLang="en-IN" b="1" lang="en-US">
                <a:solidFill>
                  <a:srgbClr val="92D050"/>
                </a:solidFill>
              </a:rPr>
              <a:t>CONCLUSION</a:t>
            </a:r>
            <a:r>
              <a:rPr altLang="en-IN" lang="en-US"/>
              <a:t> </a:t>
            </a:r>
            <a:endParaRPr lang="en-IN"/>
          </a:p>
          <a:p>
            <a:r>
              <a:rPr altLang="en-IN" lang="en-US"/>
              <a:t>Summary of Project Objective and Outcome
</a:t>
            </a:r>
            <a:r>
              <a:rPr altLang="en-US" lang="en-GB"/>
              <a:t>.</a:t>
            </a:r>
            <a:r>
              <a:rPr altLang="en-IN" lang="en-US">
                <a:solidFill>
                  <a:srgbClr val="00B0F0"/>
                </a:solidFill>
              </a:rPr>
              <a:t>Objective:</a:t>
            </a:r>
            <a:r>
              <a:rPr altLang="en-IN" lang="en-US"/>
              <a:t>
The project aims to create a relational database system for managing hospital operations, including tracking doctors, patients, appointments, diagnoses, and treatments. It focuses on organizing medical workflows, managing doctor-patient interactions, and automating administrative tasks like calculating service charges and enforcing consultation limits.</a:t>
            </a:r>
            <a:endParaRPr lang="en-IN"/>
          </a:p>
          <a:p>
            <a:r>
              <a:rPr altLang="en-IN" lang="en-US">
                <a:solidFill>
                  <a:srgbClr val="00B0F0"/>
                </a:solidFill>
              </a:rPr>
              <a:t>Outcome:
</a:t>
            </a:r>
            <a:r>
              <a:rPr altLang="en-IN" lang="en-US"/>
              <a:t>• A functional database schema with tables for Doctors, Patients, Appointments, Diagnoses, and Treatments.
• Sample data inserted to simulate real-world scenarios.
• SQL queries to retrieve cr</a:t>
            </a:r>
            <a:r>
              <a:rPr altLang="en-IN" lang="en-US"/>
              <a:t>criticl</a:t>
            </a:r>
            <a:r>
              <a:rPr altLang="en-IN" lang="en-US"/>
              <a:t>information (e.g., patient-doctor
assignments, disease statistics,
consultation limits).
</a:t>
            </a:r>
            <a:r>
              <a:rPr altLang="en-IN" lang="en-US"/>
              <a:t>.</a:t>
            </a:r>
            <a:r>
              <a:rPr altLang="en-IN" lang="en-US"/>
              <a:t>Data manipulation operations (e.g., discounts, deletions, updates) to automate hospital policies.
• Basic analytics, such as counting patients per doctor or identifying doctors exceeding consultation limits.</a:t>
            </a:r>
            <a:endParaRPr lang="en-IN"/>
          </a:p>
          <a:p>
            <a:endParaRPr lang="en-I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99" name=""/>
        <p:cNvGrpSpPr/>
        <p:nvPr/>
      </p:nvGrpSpPr>
      <p:grpSpPr>
        <a:xfrm>
          <a:off x="0" y="0"/>
          <a:ext cx="0" cy="0"/>
          <a:chOff x="0" y="0"/>
          <a:chExt cx="0" cy="0"/>
        </a:xfrm>
      </p:grpSpPr>
      <p:sp>
        <p:nvSpPr>
          <p:cNvPr id="1048635" name="Content Placeholder 1048627"/>
          <p:cNvSpPr>
            <a:spLocks noGrp="1"/>
          </p:cNvSpPr>
          <p:nvPr>
            <p:ph idx="1"/>
          </p:nvPr>
        </p:nvSpPr>
        <p:spPr>
          <a:xfrm>
            <a:off x="170864" y="497345"/>
            <a:ext cx="8515935" cy="5896501"/>
          </a:xfrm>
        </p:spPr>
        <p:txBody>
          <a:bodyPr>
            <a:normAutofit fontScale="75000" lnSpcReduction="20000"/>
          </a:bodyPr>
          <a:p>
            <a:r>
              <a:rPr b="1" lang="en-IN">
                <a:solidFill>
                  <a:srgbClr val="92D050"/>
                </a:solidFill>
              </a:rPr>
              <a:t>Future Considerations and Improvements</a:t>
            </a:r>
            <a:r>
              <a:rPr lang="en-IN"/>
              <a:t>
1. </a:t>
            </a:r>
            <a:r>
              <a:rPr lang="en-IN">
                <a:solidFill>
                  <a:srgbClr val="00B0F0"/>
                </a:solidFill>
              </a:rPr>
              <a:t>Schema Enhancements:</a:t>
            </a:r>
            <a:r>
              <a:rPr lang="en-IN"/>
              <a:t>
• Add indexes to improve query performance (e.g., on AppointmentDate, Specialization).
• Normalize tables to reduce redundancy (e.g., avoid duplicate doctor names like "Dr. Bontu Duresa").
• Add constraints for data validation (e.g., enforce AdmissionDate &lt; current date).
2.</a:t>
            </a:r>
            <a:r>
              <a:rPr lang="en-IN">
                <a:solidFill>
                  <a:srgbClr val="00B0F0"/>
                </a:solidFill>
              </a:rPr>
              <a:t> Error Handling:</a:t>
            </a:r>
            <a:r>
              <a:rPr lang="en-IN"/>
              <a:t>
• Fix syntax issues in existing queries </a:t>
            </a:r>
            <a:endParaRPr lang="en-IN"/>
          </a:p>
          <a:p>
            <a:pPr indent="0" marL="0">
              <a:buNone/>
            </a:pPr>
            <a:r>
              <a:rPr altLang="en-IN" lang="en-US"/>
              <a:t> </a:t>
            </a:r>
            <a:r>
              <a:rPr altLang="en-IN" lang="en-US"/>
              <a:t> </a:t>
            </a:r>
            <a:r>
              <a:rPr altLang="en-IN" lang="en-US"/>
              <a:t> </a:t>
            </a:r>
            <a:r>
              <a:rPr altLang="en-IN" lang="en-US"/>
              <a:t> </a:t>
            </a:r>
            <a:r>
              <a:rPr altLang="en-IN" lang="en-US"/>
              <a:t>.</a:t>
            </a:r>
            <a:r>
              <a:rPr lang="en-IN"/>
              <a:t>Standardize date </a:t>
            </a:r>
            <a:r>
              <a:rPr altLang="en-IN" lang="en-US"/>
              <a:t>formats</a:t>
            </a:r>
            <a:endParaRPr lang="en-IN"/>
          </a:p>
          <a:p>
            <a:pPr indent="0" marL="0">
              <a:buNone/>
            </a:pPr>
            <a:r>
              <a:rPr altLang="en-IN" lang="en-US"/>
              <a:t> </a:t>
            </a:r>
            <a:r>
              <a:rPr lang="en-IN"/>
              <a:t>3.</a:t>
            </a:r>
            <a:r>
              <a:rPr lang="en-IN">
                <a:solidFill>
                  <a:srgbClr val="00B0F0"/>
                </a:solidFill>
              </a:rPr>
              <a:t> Advanced Features:
</a:t>
            </a:r>
            <a:r>
              <a:rPr lang="en-IN"/>
              <a:t>• Implement stored procedures for recurring tasks (e.g., adding new patients or doctors).
• Add triggers to automate updates (e.g., adjust consultation counts when appointments are added/deleted).
• Introduce user roles and permissions for data security.
4. </a:t>
            </a:r>
            <a:r>
              <a:rPr altLang="en-IN" lang="en-US">
                <a:solidFill>
                  <a:srgbClr val="00B0F0"/>
                </a:solidFill>
              </a:rPr>
              <a:t>Scalabilit</a:t>
            </a:r>
            <a:r>
              <a:rPr lang="en-IN"/>
              <a:t>
• Partition large tables (e.g., Appointments)</a:t>
            </a:r>
            <a:endParaRPr lang="en-IN"/>
          </a:p>
          <a:p>
            <a:pPr indent="0" marL="0">
              <a:buNone/>
            </a:pPr>
            <a:endParaRPr lang="en-IN"/>
          </a:p>
          <a:p>
            <a:pPr indent="0" marL="0">
              <a:buNone/>
            </a:pPr>
            <a:endParaRPr lang="en-I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48636" name="Content Placeholder 1048628"/>
          <p:cNvSpPr>
            <a:spLocks noGrp="1"/>
          </p:cNvSpPr>
          <p:nvPr>
            <p:ph idx="1"/>
          </p:nvPr>
        </p:nvSpPr>
        <p:spPr/>
        <p:txBody>
          <a:bodyPr>
            <a:normAutofit/>
          </a:bodyPr>
          <a:p>
            <a:r>
              <a:rPr altLang="en-IN" lang="en-US"/>
              <a:t>5, </a:t>
            </a:r>
            <a:r>
              <a:rPr lang="en-IN">
                <a:solidFill>
                  <a:srgbClr val="00B0F0"/>
                </a:solidFill>
              </a:rPr>
              <a:t>Integration:
</a:t>
            </a:r>
            <a:r>
              <a:rPr lang="en-IN"/>
              <a:t>• Build a frontend interface for non-technical staff.
• Connect to external systems 
</a:t>
            </a:r>
            <a:r>
              <a:rPr altLang="en-IN" lang="en-US"/>
              <a:t>.6,</a:t>
            </a:r>
            <a:r>
              <a:rPr lang="en-IN">
                <a:solidFill>
                  <a:srgbClr val="00B0F0"/>
                </a:solidFill>
              </a:rPr>
              <a:t> Data Integrity:
</a:t>
            </a:r>
            <a:r>
              <a:rPr lang="en-IN"/>
              <a:t>• Use transactions to ensure atomicity in critical operations (e.g., patient deletions).
• Add foreign key constraints where missing (e.g., Diagnosis ID in Treatments is properly linked).</a:t>
            </a:r>
            <a:endParaRPr lang="en-I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01" name=""/>
        <p:cNvGrpSpPr/>
        <p:nvPr/>
      </p:nvGrpSpPr>
      <p:grpSpPr>
        <a:xfrm>
          <a:off x="0" y="0"/>
          <a:ext cx="0" cy="0"/>
          <a:chOff x="0" y="0"/>
          <a:chExt cx="0" cy="0"/>
        </a:xfrm>
      </p:grpSpPr>
      <p:sp>
        <p:nvSpPr>
          <p:cNvPr id="1048637" name="Text Box 1048685"/>
          <p:cNvSpPr txBox="1"/>
          <p:nvPr/>
        </p:nvSpPr>
        <p:spPr>
          <a:xfrm rot="20241542">
            <a:off x="1842135" y="2277744"/>
            <a:ext cx="5774690" cy="1894842"/>
          </a:xfrm>
          <a:prstGeom prst="rect"/>
        </p:spPr>
        <p:txBody>
          <a:bodyPr rtlCol="0" wrap="square">
            <a:spAutoFit/>
          </a:bodyPr>
          <a:p>
            <a:r>
              <a:rPr sz="6000" i="1" lang="en-IN" u="sng">
                <a:solidFill>
                  <a:srgbClr val="00B050"/>
                </a:solidFill>
              </a:rPr>
              <a:t>THANK</a:t>
            </a:r>
            <a:r>
              <a:rPr altLang="en-IN" sz="6000" i="1" lang="en-GB" u="sng">
                <a:solidFill>
                  <a:srgbClr val="00B050"/>
                </a:solidFill>
              </a:rPr>
              <a:t> </a:t>
            </a:r>
            <a:r>
              <a:rPr sz="6000" i="1" lang="en-IN" u="sng">
                <a:solidFill>
                  <a:srgbClr val="00B050"/>
                </a:solidFill>
              </a:rPr>
              <a:t>YOU</a:t>
            </a:r>
            <a:r>
              <a:rPr sz="6000" lang="en-IN">
                <a:solidFill>
                  <a:srgbClr val="000000"/>
                </a:solidFill>
              </a:rPr>
              <a:t>
</a:t>
            </a:r>
            <a:endParaRPr sz="6000" lang="en-IN">
              <a:solidFill>
                <a:srgbClr val="000000"/>
              </a:solidFill>
            </a:endParaRPr>
          </a:p>
        </p:txBody>
      </p:sp>
    </p:spTree>
  </p:cSld>
  <p:clrMapOvr>
    <a:masterClrMapping/>
  </p:clrMapOvr>
</p:sld>
</file>

<file path=ppt/theme/theme1.xml><?xml version="1.0" encoding="utf-8"?>
<a:theme xmlns:a="http://schemas.openxmlformats.org/drawingml/2006/main" name="Gear Drives">
  <a:themeElements>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fontScheme name="Gear Dri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ah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anchor="ctr" anchorCtr="0" bIns="45720" compatLnSpc="1" lIns="91440" numCol="1" rIns="91440" tIns="45720" vert="horz" wrap="none"/>
      <a:lstStyle>
        <a:defPPr algn="l" defTabSz="914400" eaLnBrk="1" fontAlgn="base" hangingPunct="1" indent="0" latinLnBrk="0" marL="0" marR="0" rtl="0">
          <a:lnSpc>
            <a:spcPct val="100000"/>
          </a:lnSpc>
          <a:spcBef>
            <a:spcPct val="0"/>
          </a:spcBef>
          <a:spcAft>
            <a:spcPct val="0"/>
          </a:spcAft>
          <a:buClrTx/>
          <a:buSzTx/>
          <a:buFontTx/>
          <a:buNone/>
          <a:defRPr altLang="en-US" baseline="0" b="0" cap="none" sz="1800" i="0" kumimoji="0" lang="zh-CN" normalizeH="0" strike="noStrike" u="none"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ah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anchor="ctr" anchorCtr="0" bIns="45720" compatLnSpc="1" lIns="91440" numCol="1" rIns="91440" tIns="45720" vert="horz" wrap="none"/>
      <a:lstStyle>
        <a:defPPr algn="l" defTabSz="914400" eaLnBrk="1" fontAlgn="base" hangingPunct="1" indent="0" latinLnBrk="0" marL="0" marR="0" rtl="0">
          <a:lnSpc>
            <a:spcPct val="100000"/>
          </a:lnSpc>
          <a:spcBef>
            <a:spcPct val="0"/>
          </a:spcBef>
          <a:spcAft>
            <a:spcPct val="0"/>
          </a:spcAft>
          <a:buClrTx/>
          <a:buSzTx/>
          <a:buFontTx/>
          <a:buNone/>
          <a:defRPr altLang="en-US" baseline="0" b="0" cap="none" sz="1800" i="0" kumimoji="0" lang="zh-CN" normalizeH="0" strike="noStrike" u="none"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ear Dri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ar Dri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ar Dri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ar Dri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ar Dri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ar Dri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ar Dri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ar Dri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ar Dri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ar Dri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ar Dri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ar Dri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Slides</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PowerPoint Presentation</dc:title>
  <dc:creator>HP</dc:creator>
  <cp:lastModifiedBy>wsu</cp:lastModifiedBy>
  <dcterms:created xsi:type="dcterms:W3CDTF">2025-04-09T20:11:00Z</dcterms:created>
  <dcterms:modified xsi:type="dcterms:W3CDTF">2025-11-11T14:18:56Z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1D18684E1A7040AA8A1C6C56DDEA5E6E_13</vt:lpwstr>
  </property>
  <property fmtid="{D5CDD505-2E9C-101B-9397-08002B2CF9AE}" pid="3" name="KSOProductBuildVer">
    <vt:lpwstr>1033-12.2.0.20782</vt:lpwstr>
  </property>
</Properties>
</file>